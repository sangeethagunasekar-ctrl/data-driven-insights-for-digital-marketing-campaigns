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4" r:id="rId1"/>
  </p:sldMasterIdLst>
  <p:notesMasterIdLst>
    <p:notesMasterId r:id="rId15"/>
  </p:notesMasterIdLst>
  <p:sldIdLst>
    <p:sldId id="256" r:id="rId2"/>
    <p:sldId id="257" r:id="rId3"/>
    <p:sldId id="268" r:id="rId4"/>
    <p:sldId id="269" r:id="rId5"/>
    <p:sldId id="258" r:id="rId6"/>
    <p:sldId id="259" r:id="rId7"/>
    <p:sldId id="260" r:id="rId8"/>
    <p:sldId id="261" r:id="rId9"/>
    <p:sldId id="262" r:id="rId10"/>
    <p:sldId id="270" r:id="rId11"/>
    <p:sldId id="263" r:id="rId12"/>
    <p:sldId id="264" r:id="rId13"/>
    <p:sldId id="265" r:id="rId14"/>
  </p:sldIdLst>
  <p:sldSz cx="9144000" cy="5143500" type="screen16x9"/>
  <p:notesSz cx="6858000" cy="9144000"/>
  <p:embeddedFontLst>
    <p:embeddedFont>
      <p:font typeface="Figtree" panose="020B0604020202020204" charset="0"/>
      <p:regular r:id="rId16"/>
      <p:bold r:id="rId17"/>
      <p:italic r:id="rId18"/>
      <p:boldItalic r:id="rId19"/>
    </p:embeddedFont>
    <p:embeddedFont>
      <p:font typeface="Figtree Light" panose="020B0604020202020204" charset="0"/>
      <p:regular r:id="rId20"/>
      <p:bold r:id="rId21"/>
      <p:italic r:id="rId22"/>
      <p:boldItalic r:id="rId23"/>
    </p:embeddedFont>
    <p:embeddedFont>
      <p:font typeface="Figtree Medium" panose="020B0604020202020204" charset="0"/>
      <p:regular r:id="rId24"/>
      <p:bold r:id="rId25"/>
      <p:italic r:id="rId26"/>
      <p:boldItalic r:id="rId27"/>
    </p:embeddedFont>
    <p:embeddedFont>
      <p:font typeface="Jost" panose="020B0604020202020204" charset="0"/>
      <p:regular r:id="rId28"/>
      <p:bold r:id="rId29"/>
      <p:italic r:id="rId30"/>
      <p:boldItalic r:id="rId31"/>
    </p:embeddedFont>
    <p:embeddedFont>
      <p:font typeface="Jost Light" panose="020B0604020202020204" charset="0"/>
      <p:regular r:id="rId32"/>
      <p:bold r:id="rId33"/>
      <p:italic r:id="rId34"/>
      <p:boldItalic r:id="rId35"/>
    </p:embeddedFont>
    <p:embeddedFont>
      <p:font typeface="Roboto Mono" panose="00000009000000000000" pitchFamily="49"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7B21"/>
    <a:srgbClr val="FFFFFF"/>
    <a:srgbClr val="B851F5"/>
    <a:srgbClr val="FC467A"/>
    <a:srgbClr val="FA228E"/>
    <a:srgbClr val="533A3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720" autoAdjust="0"/>
  </p:normalViewPr>
  <p:slideViewPr>
    <p:cSldViewPr snapToGrid="0">
      <p:cViewPr varScale="1">
        <p:scale>
          <a:sx n="85" d="100"/>
          <a:sy n="85" d="100"/>
        </p:scale>
        <p:origin x="966" y="8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9" Type="http://schemas.openxmlformats.org/officeDocument/2006/relationships/font" Target="fonts/font24.fntdata"/><Relationship Id="rId3" Type="http://schemas.openxmlformats.org/officeDocument/2006/relationships/slide" Target="slides/slide2.xml"/><Relationship Id="rId21" Type="http://schemas.openxmlformats.org/officeDocument/2006/relationships/font" Target="fonts/font6.fntdata"/><Relationship Id="rId34" Type="http://schemas.openxmlformats.org/officeDocument/2006/relationships/font" Target="fonts/font19.fntdata"/><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font" Target="fonts/font18.fntdata"/><Relationship Id="rId38" Type="http://schemas.openxmlformats.org/officeDocument/2006/relationships/font" Target="fonts/font23.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openxmlformats.org/officeDocument/2006/relationships/font" Target="fonts/font17.fntdata"/><Relationship Id="rId37" Type="http://schemas.openxmlformats.org/officeDocument/2006/relationships/font" Target="fonts/font22.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font" Target="fonts/font13.fntdata"/><Relationship Id="rId36" Type="http://schemas.openxmlformats.org/officeDocument/2006/relationships/font" Target="fonts/font21.fntdata"/><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font" Target="fonts/font16.fntdata"/><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font" Target="fonts/font15.fntdata"/><Relationship Id="rId35" Type="http://schemas.openxmlformats.org/officeDocument/2006/relationships/font" Target="fonts/font20.fntdata"/><Relationship Id="rId43"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geetha.gunasekar@gmail.com" userId="3f4080925032afb1" providerId="LiveId" clId="{4DE7E215-4C3B-484B-9774-0665ED3DF683}"/>
    <pc:docChg chg="undo custSel addSld delSld modSld sldOrd">
      <pc:chgData name="sangeetha.gunasekar@gmail.com" userId="3f4080925032afb1" providerId="LiveId" clId="{4DE7E215-4C3B-484B-9774-0665ED3DF683}" dt="2026-03-16T05:51:01.405" v="2179" actId="20577"/>
      <pc:docMkLst>
        <pc:docMk/>
      </pc:docMkLst>
      <pc:sldChg chg="modSp mod">
        <pc:chgData name="sangeetha.gunasekar@gmail.com" userId="3f4080925032afb1" providerId="LiveId" clId="{4DE7E215-4C3B-484B-9774-0665ED3DF683}" dt="2026-03-14T08:18:30.656" v="318" actId="207"/>
        <pc:sldMkLst>
          <pc:docMk/>
          <pc:sldMk cId="0" sldId="256"/>
        </pc:sldMkLst>
        <pc:spChg chg="mod">
          <ac:chgData name="sangeetha.gunasekar@gmail.com" userId="3f4080925032afb1" providerId="LiveId" clId="{4DE7E215-4C3B-484B-9774-0665ED3DF683}" dt="2026-03-14T08:18:30.656" v="318" actId="207"/>
          <ac:spMkLst>
            <pc:docMk/>
            <pc:sldMk cId="0" sldId="256"/>
            <ac:spMk id="440" creationId="{00000000-0000-0000-0000-000000000000}"/>
          </ac:spMkLst>
        </pc:spChg>
      </pc:sldChg>
      <pc:sldChg chg="modSp mod">
        <pc:chgData name="sangeetha.gunasekar@gmail.com" userId="3f4080925032afb1" providerId="LiveId" clId="{4DE7E215-4C3B-484B-9774-0665ED3DF683}" dt="2026-03-15T18:59:48.889" v="1449" actId="1035"/>
        <pc:sldMkLst>
          <pc:docMk/>
          <pc:sldMk cId="0" sldId="257"/>
        </pc:sldMkLst>
        <pc:spChg chg="mod">
          <ac:chgData name="sangeetha.gunasekar@gmail.com" userId="3f4080925032afb1" providerId="LiveId" clId="{4DE7E215-4C3B-484B-9774-0665ED3DF683}" dt="2026-03-14T06:44:21.419" v="220" actId="115"/>
          <ac:spMkLst>
            <pc:docMk/>
            <pc:sldMk cId="0" sldId="257"/>
            <ac:spMk id="445" creationId="{00000000-0000-0000-0000-000000000000}"/>
          </ac:spMkLst>
        </pc:spChg>
        <pc:spChg chg="mod">
          <ac:chgData name="sangeetha.gunasekar@gmail.com" userId="3f4080925032afb1" providerId="LiveId" clId="{4DE7E215-4C3B-484B-9774-0665ED3DF683}" dt="2026-03-15T18:59:48.889" v="1449" actId="1035"/>
          <ac:spMkLst>
            <pc:docMk/>
            <pc:sldMk cId="0" sldId="257"/>
            <ac:spMk id="446" creationId="{00000000-0000-0000-0000-000000000000}"/>
          </ac:spMkLst>
        </pc:spChg>
        <pc:spChg chg="mod">
          <ac:chgData name="sangeetha.gunasekar@gmail.com" userId="3f4080925032afb1" providerId="LiveId" clId="{4DE7E215-4C3B-484B-9774-0665ED3DF683}" dt="2026-03-14T06:37:55.202" v="194" actId="1036"/>
          <ac:spMkLst>
            <pc:docMk/>
            <pc:sldMk cId="0" sldId="257"/>
            <ac:spMk id="447" creationId="{00000000-0000-0000-0000-000000000000}"/>
          </ac:spMkLst>
        </pc:spChg>
        <pc:spChg chg="mod">
          <ac:chgData name="sangeetha.gunasekar@gmail.com" userId="3f4080925032afb1" providerId="LiveId" clId="{4DE7E215-4C3B-484B-9774-0665ED3DF683}" dt="2026-03-15T18:59:42.677" v="1445" actId="1037"/>
          <ac:spMkLst>
            <pc:docMk/>
            <pc:sldMk cId="0" sldId="257"/>
            <ac:spMk id="448" creationId="{00000000-0000-0000-0000-000000000000}"/>
          </ac:spMkLst>
        </pc:spChg>
        <pc:spChg chg="mod">
          <ac:chgData name="sangeetha.gunasekar@gmail.com" userId="3f4080925032afb1" providerId="LiveId" clId="{4DE7E215-4C3B-484B-9774-0665ED3DF683}" dt="2026-03-14T06:37:55.202" v="194" actId="1036"/>
          <ac:spMkLst>
            <pc:docMk/>
            <pc:sldMk cId="0" sldId="257"/>
            <ac:spMk id="449" creationId="{00000000-0000-0000-0000-000000000000}"/>
          </ac:spMkLst>
        </pc:spChg>
        <pc:spChg chg="mod">
          <ac:chgData name="sangeetha.gunasekar@gmail.com" userId="3f4080925032afb1" providerId="LiveId" clId="{4DE7E215-4C3B-484B-9774-0665ED3DF683}" dt="2026-03-14T06:37:55.202" v="194" actId="1036"/>
          <ac:spMkLst>
            <pc:docMk/>
            <pc:sldMk cId="0" sldId="257"/>
            <ac:spMk id="450" creationId="{00000000-0000-0000-0000-000000000000}"/>
          </ac:spMkLst>
        </pc:spChg>
        <pc:spChg chg="mod">
          <ac:chgData name="sangeetha.gunasekar@gmail.com" userId="3f4080925032afb1" providerId="LiveId" clId="{4DE7E215-4C3B-484B-9774-0665ED3DF683}" dt="2026-03-14T06:37:55.202" v="194" actId="1036"/>
          <ac:spMkLst>
            <pc:docMk/>
            <pc:sldMk cId="0" sldId="257"/>
            <ac:spMk id="451" creationId="{00000000-0000-0000-0000-000000000000}"/>
          </ac:spMkLst>
        </pc:spChg>
        <pc:spChg chg="mod">
          <ac:chgData name="sangeetha.gunasekar@gmail.com" userId="3f4080925032afb1" providerId="LiveId" clId="{4DE7E215-4C3B-484B-9774-0665ED3DF683}" dt="2026-03-14T06:37:55.202" v="194" actId="1036"/>
          <ac:spMkLst>
            <pc:docMk/>
            <pc:sldMk cId="0" sldId="257"/>
            <ac:spMk id="453" creationId="{00000000-0000-0000-0000-000000000000}"/>
          </ac:spMkLst>
        </pc:spChg>
        <pc:spChg chg="mod">
          <ac:chgData name="sangeetha.gunasekar@gmail.com" userId="3f4080925032afb1" providerId="LiveId" clId="{4DE7E215-4C3B-484B-9774-0665ED3DF683}" dt="2026-03-14T06:37:55.202" v="194" actId="1036"/>
          <ac:spMkLst>
            <pc:docMk/>
            <pc:sldMk cId="0" sldId="257"/>
            <ac:spMk id="455" creationId="{00000000-0000-0000-0000-000000000000}"/>
          </ac:spMkLst>
        </pc:spChg>
        <pc:spChg chg="mod">
          <ac:chgData name="sangeetha.gunasekar@gmail.com" userId="3f4080925032afb1" providerId="LiveId" clId="{4DE7E215-4C3B-484B-9774-0665ED3DF683}" dt="2026-03-14T06:37:55.202" v="194" actId="1036"/>
          <ac:spMkLst>
            <pc:docMk/>
            <pc:sldMk cId="0" sldId="257"/>
            <ac:spMk id="457" creationId="{00000000-0000-0000-0000-000000000000}"/>
          </ac:spMkLst>
        </pc:spChg>
      </pc:sldChg>
      <pc:sldChg chg="modSp mod">
        <pc:chgData name="sangeetha.gunasekar@gmail.com" userId="3f4080925032afb1" providerId="LiveId" clId="{4DE7E215-4C3B-484B-9774-0665ED3DF683}" dt="2026-03-15T20:34:03.426" v="1969" actId="113"/>
        <pc:sldMkLst>
          <pc:docMk/>
          <pc:sldMk cId="0" sldId="258"/>
        </pc:sldMkLst>
        <pc:spChg chg="mod">
          <ac:chgData name="sangeetha.gunasekar@gmail.com" userId="3f4080925032afb1" providerId="LiveId" clId="{4DE7E215-4C3B-484B-9774-0665ED3DF683}" dt="2026-03-14T09:58:55.967" v="807" actId="1076"/>
          <ac:spMkLst>
            <pc:docMk/>
            <pc:sldMk cId="0" sldId="258"/>
            <ac:spMk id="462" creationId="{00000000-0000-0000-0000-000000000000}"/>
          </ac:spMkLst>
        </pc:spChg>
        <pc:spChg chg="mod">
          <ac:chgData name="sangeetha.gunasekar@gmail.com" userId="3f4080925032afb1" providerId="LiveId" clId="{4DE7E215-4C3B-484B-9774-0665ED3DF683}" dt="2026-03-15T20:34:03.426" v="1969" actId="113"/>
          <ac:spMkLst>
            <pc:docMk/>
            <pc:sldMk cId="0" sldId="258"/>
            <ac:spMk id="464" creationId="{00000000-0000-0000-0000-000000000000}"/>
          </ac:spMkLst>
        </pc:spChg>
        <pc:spChg chg="mod">
          <ac:chgData name="sangeetha.gunasekar@gmail.com" userId="3f4080925032afb1" providerId="LiveId" clId="{4DE7E215-4C3B-484B-9774-0665ED3DF683}" dt="2026-03-14T06:42:09.478" v="215" actId="20577"/>
          <ac:spMkLst>
            <pc:docMk/>
            <pc:sldMk cId="0" sldId="258"/>
            <ac:spMk id="465" creationId="{00000000-0000-0000-0000-000000000000}"/>
          </ac:spMkLst>
        </pc:spChg>
      </pc:sldChg>
      <pc:sldChg chg="modSp mod">
        <pc:chgData name="sangeetha.gunasekar@gmail.com" userId="3f4080925032afb1" providerId="LiveId" clId="{4DE7E215-4C3B-484B-9774-0665ED3DF683}" dt="2026-03-15T21:12:54.052" v="2013" actId="207"/>
        <pc:sldMkLst>
          <pc:docMk/>
          <pc:sldMk cId="0" sldId="259"/>
        </pc:sldMkLst>
        <pc:spChg chg="mod">
          <ac:chgData name="sangeetha.gunasekar@gmail.com" userId="3f4080925032afb1" providerId="LiveId" clId="{4DE7E215-4C3B-484B-9774-0665ED3DF683}" dt="2026-03-14T10:00:12.561" v="853" actId="20577"/>
          <ac:spMkLst>
            <pc:docMk/>
            <pc:sldMk cId="0" sldId="259"/>
            <ac:spMk id="476" creationId="{00000000-0000-0000-0000-000000000000}"/>
          </ac:spMkLst>
        </pc:spChg>
        <pc:spChg chg="mod">
          <ac:chgData name="sangeetha.gunasekar@gmail.com" userId="3f4080925032afb1" providerId="LiveId" clId="{4DE7E215-4C3B-484B-9774-0665ED3DF683}" dt="2026-03-15T21:12:54.052" v="2013" actId="207"/>
          <ac:spMkLst>
            <pc:docMk/>
            <pc:sldMk cId="0" sldId="259"/>
            <ac:spMk id="477" creationId="{00000000-0000-0000-0000-000000000000}"/>
          </ac:spMkLst>
        </pc:spChg>
      </pc:sldChg>
      <pc:sldChg chg="modSp mod">
        <pc:chgData name="sangeetha.gunasekar@gmail.com" userId="3f4080925032afb1" providerId="LiveId" clId="{4DE7E215-4C3B-484B-9774-0665ED3DF683}" dt="2026-03-16T05:51:01.405" v="2179" actId="20577"/>
        <pc:sldMkLst>
          <pc:docMk/>
          <pc:sldMk cId="0" sldId="260"/>
        </pc:sldMkLst>
        <pc:spChg chg="mod">
          <ac:chgData name="sangeetha.gunasekar@gmail.com" userId="3f4080925032afb1" providerId="LiveId" clId="{4DE7E215-4C3B-484B-9774-0665ED3DF683}" dt="2026-03-16T05:51:01.405" v="2179" actId="20577"/>
          <ac:spMkLst>
            <pc:docMk/>
            <pc:sldMk cId="0" sldId="260"/>
            <ac:spMk id="487" creationId="{00000000-0000-0000-0000-000000000000}"/>
          </ac:spMkLst>
        </pc:spChg>
      </pc:sldChg>
      <pc:sldChg chg="addSp delSp modSp mod">
        <pc:chgData name="sangeetha.gunasekar@gmail.com" userId="3f4080925032afb1" providerId="LiveId" clId="{4DE7E215-4C3B-484B-9774-0665ED3DF683}" dt="2026-03-15T21:16:12.805" v="2027" actId="20577"/>
        <pc:sldMkLst>
          <pc:docMk/>
          <pc:sldMk cId="0" sldId="262"/>
        </pc:sldMkLst>
        <pc:spChg chg="add mod">
          <ac:chgData name="sangeetha.gunasekar@gmail.com" userId="3f4080925032afb1" providerId="LiveId" clId="{4DE7E215-4C3B-484B-9774-0665ED3DF683}" dt="2026-03-15T21:10:06.590" v="1974"/>
          <ac:spMkLst>
            <pc:docMk/>
            <pc:sldMk cId="0" sldId="262"/>
            <ac:spMk id="7" creationId="{632B5B72-86B6-E4BB-7526-BBA1C8BABD84}"/>
          </ac:spMkLst>
        </pc:spChg>
        <pc:spChg chg="mod">
          <ac:chgData name="sangeetha.gunasekar@gmail.com" userId="3f4080925032afb1" providerId="LiveId" clId="{4DE7E215-4C3B-484B-9774-0665ED3DF683}" dt="2026-03-15T21:16:12.805" v="2027" actId="20577"/>
          <ac:spMkLst>
            <pc:docMk/>
            <pc:sldMk cId="0" sldId="262"/>
            <ac:spMk id="504" creationId="{00000000-0000-0000-0000-000000000000}"/>
          </ac:spMkLst>
        </pc:spChg>
        <pc:picChg chg="add del mod">
          <ac:chgData name="sangeetha.gunasekar@gmail.com" userId="3f4080925032afb1" providerId="LiveId" clId="{4DE7E215-4C3B-484B-9774-0665ED3DF683}" dt="2026-03-15T20:09:19.275" v="1488" actId="478"/>
          <ac:picMkLst>
            <pc:docMk/>
            <pc:sldMk cId="0" sldId="262"/>
            <ac:picMk id="3" creationId="{70D194F8-A820-ED7E-8066-EBAD587E535A}"/>
          </ac:picMkLst>
        </pc:picChg>
        <pc:picChg chg="add mod modCrop">
          <ac:chgData name="sangeetha.gunasekar@gmail.com" userId="3f4080925032afb1" providerId="LiveId" clId="{4DE7E215-4C3B-484B-9774-0665ED3DF683}" dt="2026-03-15T20:10:02.870" v="1496" actId="14100"/>
          <ac:picMkLst>
            <pc:docMk/>
            <pc:sldMk cId="0" sldId="262"/>
            <ac:picMk id="4" creationId="{73EF7436-80EE-4C89-75EA-DFEACD7D12B7}"/>
          </ac:picMkLst>
        </pc:picChg>
        <pc:picChg chg="add mod">
          <ac:chgData name="sangeetha.gunasekar@gmail.com" userId="3f4080925032afb1" providerId="LiveId" clId="{4DE7E215-4C3B-484B-9774-0665ED3DF683}" dt="2026-03-15T20:09:58.616" v="1495" actId="1076"/>
          <ac:picMkLst>
            <pc:docMk/>
            <pc:sldMk cId="0" sldId="262"/>
            <ac:picMk id="6" creationId="{54D64C20-5663-6C4F-39E4-141F7523160C}"/>
          </ac:picMkLst>
        </pc:picChg>
        <pc:picChg chg="del mod">
          <ac:chgData name="sangeetha.gunasekar@gmail.com" userId="3f4080925032afb1" providerId="LiveId" clId="{4DE7E215-4C3B-484B-9774-0665ED3DF683}" dt="2026-03-15T20:07:39.708" v="1453" actId="478"/>
          <ac:picMkLst>
            <pc:docMk/>
            <pc:sldMk cId="0" sldId="262"/>
            <ac:picMk id="503" creationId="{00000000-0000-0000-0000-000000000000}"/>
          </ac:picMkLst>
        </pc:picChg>
      </pc:sldChg>
      <pc:sldChg chg="addSp delSp modSp mod">
        <pc:chgData name="sangeetha.gunasekar@gmail.com" userId="3f4080925032afb1" providerId="LiveId" clId="{4DE7E215-4C3B-484B-9774-0665ED3DF683}" dt="2026-03-15T21:21:13.814" v="2093" actId="1076"/>
        <pc:sldMkLst>
          <pc:docMk/>
          <pc:sldMk cId="0" sldId="263"/>
        </pc:sldMkLst>
        <pc:spChg chg="add mod">
          <ac:chgData name="sangeetha.gunasekar@gmail.com" userId="3f4080925032afb1" providerId="LiveId" clId="{4DE7E215-4C3B-484B-9774-0665ED3DF683}" dt="2026-03-15T21:21:13.814" v="2093" actId="1076"/>
          <ac:spMkLst>
            <pc:docMk/>
            <pc:sldMk cId="0" sldId="263"/>
            <ac:spMk id="2" creationId="{58B82ADB-8905-59BF-21C3-976B00035D4F}"/>
          </ac:spMkLst>
        </pc:spChg>
        <pc:spChg chg="mod">
          <ac:chgData name="sangeetha.gunasekar@gmail.com" userId="3f4080925032afb1" providerId="LiveId" clId="{4DE7E215-4C3B-484B-9774-0665ED3DF683}" dt="2026-03-15T21:19:50.494" v="2064" actId="1036"/>
          <ac:spMkLst>
            <pc:docMk/>
            <pc:sldMk cId="0" sldId="263"/>
            <ac:spMk id="513" creationId="{00000000-0000-0000-0000-000000000000}"/>
          </ac:spMkLst>
        </pc:spChg>
        <pc:spChg chg="mod">
          <ac:chgData name="sangeetha.gunasekar@gmail.com" userId="3f4080925032afb1" providerId="LiveId" clId="{4DE7E215-4C3B-484B-9774-0665ED3DF683}" dt="2026-03-15T21:19:50.494" v="2064" actId="1036"/>
          <ac:spMkLst>
            <pc:docMk/>
            <pc:sldMk cId="0" sldId="263"/>
            <ac:spMk id="514" creationId="{00000000-0000-0000-0000-000000000000}"/>
          </ac:spMkLst>
        </pc:spChg>
        <pc:spChg chg="mod">
          <ac:chgData name="sangeetha.gunasekar@gmail.com" userId="3f4080925032afb1" providerId="LiveId" clId="{4DE7E215-4C3B-484B-9774-0665ED3DF683}" dt="2026-03-15T21:19:50.494" v="2064" actId="1036"/>
          <ac:spMkLst>
            <pc:docMk/>
            <pc:sldMk cId="0" sldId="263"/>
            <ac:spMk id="515" creationId="{00000000-0000-0000-0000-000000000000}"/>
          </ac:spMkLst>
        </pc:spChg>
        <pc:spChg chg="mod">
          <ac:chgData name="sangeetha.gunasekar@gmail.com" userId="3f4080925032afb1" providerId="LiveId" clId="{4DE7E215-4C3B-484B-9774-0665ED3DF683}" dt="2026-03-15T21:19:50.494" v="2064" actId="1036"/>
          <ac:spMkLst>
            <pc:docMk/>
            <pc:sldMk cId="0" sldId="263"/>
            <ac:spMk id="516" creationId="{00000000-0000-0000-0000-000000000000}"/>
          </ac:spMkLst>
        </pc:spChg>
        <pc:spChg chg="mod">
          <ac:chgData name="sangeetha.gunasekar@gmail.com" userId="3f4080925032afb1" providerId="LiveId" clId="{4DE7E215-4C3B-484B-9774-0665ED3DF683}" dt="2026-03-15T21:19:50.494" v="2064" actId="1036"/>
          <ac:spMkLst>
            <pc:docMk/>
            <pc:sldMk cId="0" sldId="263"/>
            <ac:spMk id="517" creationId="{00000000-0000-0000-0000-000000000000}"/>
          </ac:spMkLst>
        </pc:spChg>
        <pc:spChg chg="mod">
          <ac:chgData name="sangeetha.gunasekar@gmail.com" userId="3f4080925032afb1" providerId="LiveId" clId="{4DE7E215-4C3B-484B-9774-0665ED3DF683}" dt="2026-03-15T21:19:50.494" v="2064" actId="1036"/>
          <ac:spMkLst>
            <pc:docMk/>
            <pc:sldMk cId="0" sldId="263"/>
            <ac:spMk id="518" creationId="{00000000-0000-0000-0000-000000000000}"/>
          </ac:spMkLst>
        </pc:spChg>
        <pc:picChg chg="mod">
          <ac:chgData name="sangeetha.gunasekar@gmail.com" userId="3f4080925032afb1" providerId="LiveId" clId="{4DE7E215-4C3B-484B-9774-0665ED3DF683}" dt="2026-03-15T21:19:50.494" v="2064" actId="1036"/>
          <ac:picMkLst>
            <pc:docMk/>
            <pc:sldMk cId="0" sldId="263"/>
            <ac:picMk id="510" creationId="{00000000-0000-0000-0000-000000000000}"/>
          </ac:picMkLst>
        </pc:picChg>
        <pc:picChg chg="mod">
          <ac:chgData name="sangeetha.gunasekar@gmail.com" userId="3f4080925032afb1" providerId="LiveId" clId="{4DE7E215-4C3B-484B-9774-0665ED3DF683}" dt="2026-03-15T21:19:50.494" v="2064" actId="1036"/>
          <ac:picMkLst>
            <pc:docMk/>
            <pc:sldMk cId="0" sldId="263"/>
            <ac:picMk id="511" creationId="{00000000-0000-0000-0000-000000000000}"/>
          </ac:picMkLst>
        </pc:picChg>
        <pc:picChg chg="mod">
          <ac:chgData name="sangeetha.gunasekar@gmail.com" userId="3f4080925032afb1" providerId="LiveId" clId="{4DE7E215-4C3B-484B-9774-0665ED3DF683}" dt="2026-03-15T21:19:50.494" v="2064" actId="1036"/>
          <ac:picMkLst>
            <pc:docMk/>
            <pc:sldMk cId="0" sldId="263"/>
            <ac:picMk id="512" creationId="{00000000-0000-0000-0000-000000000000}"/>
          </ac:picMkLst>
        </pc:picChg>
      </pc:sldChg>
      <pc:sldChg chg="modSp mod">
        <pc:chgData name="sangeetha.gunasekar@gmail.com" userId="3f4080925032afb1" providerId="LiveId" clId="{4DE7E215-4C3B-484B-9774-0665ED3DF683}" dt="2026-03-15T21:25:41.809" v="2116" actId="20577"/>
        <pc:sldMkLst>
          <pc:docMk/>
          <pc:sldMk cId="0" sldId="264"/>
        </pc:sldMkLst>
        <pc:spChg chg="mod">
          <ac:chgData name="sangeetha.gunasekar@gmail.com" userId="3f4080925032afb1" providerId="LiveId" clId="{4DE7E215-4C3B-484B-9774-0665ED3DF683}" dt="2026-03-14T10:41:11.403" v="926" actId="14100"/>
          <ac:spMkLst>
            <pc:docMk/>
            <pc:sldMk cId="0" sldId="264"/>
            <ac:spMk id="525" creationId="{00000000-0000-0000-0000-000000000000}"/>
          </ac:spMkLst>
        </pc:spChg>
        <pc:spChg chg="mod">
          <ac:chgData name="sangeetha.gunasekar@gmail.com" userId="3f4080925032afb1" providerId="LiveId" clId="{4DE7E215-4C3B-484B-9774-0665ED3DF683}" dt="2026-03-14T10:40:43.542" v="922" actId="14100"/>
          <ac:spMkLst>
            <pc:docMk/>
            <pc:sldMk cId="0" sldId="264"/>
            <ac:spMk id="526" creationId="{00000000-0000-0000-0000-000000000000}"/>
          </ac:spMkLst>
        </pc:spChg>
        <pc:spChg chg="mod">
          <ac:chgData name="sangeetha.gunasekar@gmail.com" userId="3f4080925032afb1" providerId="LiveId" clId="{4DE7E215-4C3B-484B-9774-0665ED3DF683}" dt="2026-03-15T21:23:36.256" v="2097" actId="20577"/>
          <ac:spMkLst>
            <pc:docMk/>
            <pc:sldMk cId="0" sldId="264"/>
            <ac:spMk id="527" creationId="{00000000-0000-0000-0000-000000000000}"/>
          </ac:spMkLst>
        </pc:spChg>
        <pc:spChg chg="mod">
          <ac:chgData name="sangeetha.gunasekar@gmail.com" userId="3f4080925032afb1" providerId="LiveId" clId="{4DE7E215-4C3B-484B-9774-0665ED3DF683}" dt="2026-03-15T21:25:41.809" v="2116" actId="20577"/>
          <ac:spMkLst>
            <pc:docMk/>
            <pc:sldMk cId="0" sldId="264"/>
            <ac:spMk id="528" creationId="{00000000-0000-0000-0000-000000000000}"/>
          </ac:spMkLst>
        </pc:spChg>
        <pc:picChg chg="mod">
          <ac:chgData name="sangeetha.gunasekar@gmail.com" userId="3f4080925032afb1" providerId="LiveId" clId="{4DE7E215-4C3B-484B-9774-0665ED3DF683}" dt="2026-03-14T10:41:04.804" v="924" actId="1076"/>
          <ac:picMkLst>
            <pc:docMk/>
            <pc:sldMk cId="0" sldId="264"/>
            <ac:picMk id="523" creationId="{00000000-0000-0000-0000-000000000000}"/>
          </ac:picMkLst>
        </pc:picChg>
      </pc:sldChg>
      <pc:sldChg chg="addSp modSp mod modNotes">
        <pc:chgData name="sangeetha.gunasekar@gmail.com" userId="3f4080925032afb1" providerId="LiveId" clId="{4DE7E215-4C3B-484B-9774-0665ED3DF683}" dt="2026-03-14T10:51:23.546" v="1017" actId="255"/>
        <pc:sldMkLst>
          <pc:docMk/>
          <pc:sldMk cId="0" sldId="265"/>
        </pc:sldMkLst>
        <pc:spChg chg="mod">
          <ac:chgData name="sangeetha.gunasekar@gmail.com" userId="3f4080925032afb1" providerId="LiveId" clId="{4DE7E215-4C3B-484B-9774-0665ED3DF683}" dt="2026-03-14T10:42:16.050" v="927" actId="1076"/>
          <ac:spMkLst>
            <pc:docMk/>
            <pc:sldMk cId="0" sldId="265"/>
            <ac:spMk id="533" creationId="{00000000-0000-0000-0000-000000000000}"/>
          </ac:spMkLst>
        </pc:spChg>
        <pc:spChg chg="mod">
          <ac:chgData name="sangeetha.gunasekar@gmail.com" userId="3f4080925032afb1" providerId="LiveId" clId="{4DE7E215-4C3B-484B-9774-0665ED3DF683}" dt="2026-03-14T08:18:53.168" v="320"/>
          <ac:spMkLst>
            <pc:docMk/>
            <pc:sldMk cId="0" sldId="265"/>
            <ac:spMk id="534" creationId="{00000000-0000-0000-0000-000000000000}"/>
          </ac:spMkLst>
        </pc:spChg>
        <pc:spChg chg="mod">
          <ac:chgData name="sangeetha.gunasekar@gmail.com" userId="3f4080925032afb1" providerId="LiveId" clId="{4DE7E215-4C3B-484B-9774-0665ED3DF683}" dt="2026-03-14T10:51:23.546" v="1017" actId="255"/>
          <ac:spMkLst>
            <pc:docMk/>
            <pc:sldMk cId="0" sldId="265"/>
            <ac:spMk id="535" creationId="{00000000-0000-0000-0000-000000000000}"/>
          </ac:spMkLst>
        </pc:spChg>
        <pc:picChg chg="add mod">
          <ac:chgData name="sangeetha.gunasekar@gmail.com" userId="3f4080925032afb1" providerId="LiveId" clId="{4DE7E215-4C3B-484B-9774-0665ED3DF683}" dt="2026-03-14T08:17:28.448" v="299" actId="2085"/>
          <ac:picMkLst>
            <pc:docMk/>
            <pc:sldMk cId="0" sldId="265"/>
            <ac:picMk id="3" creationId="{2FBFB67C-E215-8C3C-2E6B-2084B68EA1B0}"/>
          </ac:picMkLst>
        </pc:picChg>
      </pc:sldChg>
      <pc:sldChg chg="add del">
        <pc:chgData name="sangeetha.gunasekar@gmail.com" userId="3f4080925032afb1" providerId="LiveId" clId="{4DE7E215-4C3B-484B-9774-0665ED3DF683}" dt="2026-03-14T06:38:10.001" v="195" actId="47"/>
        <pc:sldMkLst>
          <pc:docMk/>
          <pc:sldMk cId="3402345915" sldId="266"/>
        </pc:sldMkLst>
      </pc:sldChg>
      <pc:sldChg chg="addSp delSp modSp add del mod ord">
        <pc:chgData name="sangeetha.gunasekar@gmail.com" userId="3f4080925032afb1" providerId="LiveId" clId="{4DE7E215-4C3B-484B-9774-0665ED3DF683}" dt="2026-03-14T08:45:45.833" v="588" actId="47"/>
        <pc:sldMkLst>
          <pc:docMk/>
          <pc:sldMk cId="3510557152" sldId="267"/>
        </pc:sldMkLst>
      </pc:sldChg>
      <pc:sldChg chg="addSp delSp modSp add mod ord">
        <pc:chgData name="sangeetha.gunasekar@gmail.com" userId="3f4080925032afb1" providerId="LiveId" clId="{4DE7E215-4C3B-484B-9774-0665ED3DF683}" dt="2026-03-15T18:59:54.456" v="1451"/>
        <pc:sldMkLst>
          <pc:docMk/>
          <pc:sldMk cId="3824692866" sldId="268"/>
        </pc:sldMkLst>
        <pc:spChg chg="add mod">
          <ac:chgData name="sangeetha.gunasekar@gmail.com" userId="3f4080925032afb1" providerId="LiveId" clId="{4DE7E215-4C3B-484B-9774-0665ED3DF683}" dt="2026-03-15T18:33:13.319" v="1078" actId="1036"/>
          <ac:spMkLst>
            <pc:docMk/>
            <pc:sldMk cId="3824692866" sldId="268"/>
            <ac:spMk id="6" creationId="{A4645EE2-5A8E-837F-CFCC-2E9AEE95AED7}"/>
          </ac:spMkLst>
        </pc:spChg>
        <pc:spChg chg="add mod">
          <ac:chgData name="sangeetha.gunasekar@gmail.com" userId="3f4080925032afb1" providerId="LiveId" clId="{4DE7E215-4C3B-484B-9774-0665ED3DF683}" dt="2026-03-15T18:33:10.928" v="1072" actId="1036"/>
          <ac:spMkLst>
            <pc:docMk/>
            <pc:sldMk cId="3824692866" sldId="268"/>
            <ac:spMk id="7" creationId="{ED523D09-D9CA-1B15-2E02-BF805149EC89}"/>
          </ac:spMkLst>
        </pc:spChg>
      </pc:sldChg>
      <pc:sldChg chg="addSp delSp modSp add mod modNotesTx">
        <pc:chgData name="sangeetha.gunasekar@gmail.com" userId="3f4080925032afb1" providerId="LiveId" clId="{4DE7E215-4C3B-484B-9774-0665ED3DF683}" dt="2026-03-15T20:29:29.336" v="1956" actId="20577"/>
        <pc:sldMkLst>
          <pc:docMk/>
          <pc:sldMk cId="334552784" sldId="269"/>
        </pc:sldMkLst>
        <pc:spChg chg="add mod">
          <ac:chgData name="sangeetha.gunasekar@gmail.com" userId="3f4080925032afb1" providerId="LiveId" clId="{4DE7E215-4C3B-484B-9774-0665ED3DF683}" dt="2026-03-15T18:42:52.053" v="1298" actId="1076"/>
          <ac:spMkLst>
            <pc:docMk/>
            <pc:sldMk cId="334552784" sldId="269"/>
            <ac:spMk id="6" creationId="{BD1A1F45-2EBE-2932-D251-0DD29AD8C007}"/>
          </ac:spMkLst>
        </pc:spChg>
        <pc:spChg chg="add mod">
          <ac:chgData name="sangeetha.gunasekar@gmail.com" userId="3f4080925032afb1" providerId="LiveId" clId="{4DE7E215-4C3B-484B-9774-0665ED3DF683}" dt="2026-03-15T20:29:29.336" v="1956" actId="20577"/>
          <ac:spMkLst>
            <pc:docMk/>
            <pc:sldMk cId="334552784" sldId="269"/>
            <ac:spMk id="7" creationId="{1D9AD456-FDAE-CC96-B23C-D193A7ECFD50}"/>
          </ac:spMkLst>
        </pc:spChg>
        <pc:graphicFrameChg chg="add mod">
          <ac:chgData name="sangeetha.gunasekar@gmail.com" userId="3f4080925032afb1" providerId="LiveId" clId="{4DE7E215-4C3B-484B-9774-0665ED3DF683}" dt="2026-03-15T18:32:01.399" v="1058"/>
          <ac:graphicFrameMkLst>
            <pc:docMk/>
            <pc:sldMk cId="334552784" sldId="269"/>
            <ac:graphicFrameMk id="2" creationId="{DD0DA252-234C-7FD3-CC46-89D6B9A48C1C}"/>
          </ac:graphicFrameMkLst>
        </pc:graphicFrameChg>
      </pc:sldChg>
      <pc:sldChg chg="addSp delSp modSp add mod">
        <pc:chgData name="sangeetha.gunasekar@gmail.com" userId="3f4080925032afb1" providerId="LiveId" clId="{4DE7E215-4C3B-484B-9774-0665ED3DF683}" dt="2026-03-15T21:18:18.456" v="2036" actId="1037"/>
        <pc:sldMkLst>
          <pc:docMk/>
          <pc:sldMk cId="3376368242" sldId="270"/>
        </pc:sldMkLst>
        <pc:spChg chg="add del mod">
          <ac:chgData name="sangeetha.gunasekar@gmail.com" userId="3f4080925032afb1" providerId="LiveId" clId="{4DE7E215-4C3B-484B-9774-0665ED3DF683}" dt="2026-03-15T20:08:43.972" v="1484" actId="478"/>
          <ac:spMkLst>
            <pc:docMk/>
            <pc:sldMk cId="3376368242" sldId="270"/>
            <ac:spMk id="4" creationId="{32E7622C-23BD-F05B-DB4D-552CFFB3CDA5}"/>
          </ac:spMkLst>
        </pc:spChg>
        <pc:spChg chg="add mod">
          <ac:chgData name="sangeetha.gunasekar@gmail.com" userId="3f4080925032afb1" providerId="LiveId" clId="{4DE7E215-4C3B-484B-9774-0665ED3DF683}" dt="2026-03-15T20:22:07.632" v="1912" actId="1035"/>
          <ac:spMkLst>
            <pc:docMk/>
            <pc:sldMk cId="3376368242" sldId="270"/>
            <ac:spMk id="7" creationId="{4CDA47CF-53D5-462E-AD7B-4DA10A9DEB45}"/>
          </ac:spMkLst>
        </pc:spChg>
        <pc:spChg chg="add del mod">
          <ac:chgData name="sangeetha.gunasekar@gmail.com" userId="3f4080925032afb1" providerId="LiveId" clId="{4DE7E215-4C3B-484B-9774-0665ED3DF683}" dt="2026-03-15T21:17:23.967" v="2030" actId="478"/>
          <ac:spMkLst>
            <pc:docMk/>
            <pc:sldMk cId="3376368242" sldId="270"/>
            <ac:spMk id="8" creationId="{D6A62F36-F48D-5DA2-3E03-88FBF3B40035}"/>
          </ac:spMkLst>
        </pc:spChg>
        <pc:spChg chg="add mod">
          <ac:chgData name="sangeetha.gunasekar@gmail.com" userId="3f4080925032afb1" providerId="LiveId" clId="{4DE7E215-4C3B-484B-9774-0665ED3DF683}" dt="2026-03-15T21:18:18.456" v="2036" actId="1037"/>
          <ac:spMkLst>
            <pc:docMk/>
            <pc:sldMk cId="3376368242" sldId="270"/>
            <ac:spMk id="9" creationId="{F3ABAE26-46C4-8660-0899-D5A2E4F2E5DF}"/>
          </ac:spMkLst>
        </pc:spChg>
        <pc:spChg chg="mod">
          <ac:chgData name="sangeetha.gunasekar@gmail.com" userId="3f4080925032afb1" providerId="LiveId" clId="{4DE7E215-4C3B-484B-9774-0665ED3DF683}" dt="2026-03-15T20:22:34.371" v="1931" actId="1036"/>
          <ac:spMkLst>
            <pc:docMk/>
            <pc:sldMk cId="3376368242" sldId="270"/>
            <ac:spMk id="504" creationId="{4BCDA53D-BB94-A6BC-FDE2-0F59238D3296}"/>
          </ac:spMkLst>
        </pc:spChg>
        <pc:spChg chg="del">
          <ac:chgData name="sangeetha.gunasekar@gmail.com" userId="3f4080925032afb1" providerId="LiveId" clId="{4DE7E215-4C3B-484B-9774-0665ED3DF683}" dt="2026-03-15T20:08:41.453" v="1483" actId="478"/>
          <ac:spMkLst>
            <pc:docMk/>
            <pc:sldMk cId="3376368242" sldId="270"/>
            <ac:spMk id="505" creationId="{E408DFA5-C23E-3F5C-B3C1-0E12E288487B}"/>
          </ac:spMkLst>
        </pc:spChg>
        <pc:picChg chg="del mod">
          <ac:chgData name="sangeetha.gunasekar@gmail.com" userId="3f4080925032afb1" providerId="LiveId" clId="{4DE7E215-4C3B-484B-9774-0665ED3DF683}" dt="2026-03-15T20:08:38.295" v="1482" actId="478"/>
          <ac:picMkLst>
            <pc:docMk/>
            <pc:sldMk cId="3376368242" sldId="270"/>
            <ac:picMk id="3" creationId="{EF789F91-2E2F-7002-8FB4-6F5AB4E22FDA}"/>
          </ac:picMkLst>
        </pc:picChg>
        <pc:picChg chg="add mod">
          <ac:chgData name="sangeetha.gunasekar@gmail.com" userId="3f4080925032afb1" providerId="LiveId" clId="{4DE7E215-4C3B-484B-9774-0665ED3DF683}" dt="2026-03-15T20:21:22.986" v="1892" actId="1076"/>
          <ac:picMkLst>
            <pc:docMk/>
            <pc:sldMk cId="3376368242" sldId="270"/>
            <ac:picMk id="6" creationId="{9744CC95-FA94-40FD-CC87-9F50E0BD6476}"/>
          </ac:picMkLst>
        </pc:picChg>
        <pc:picChg chg="del mod">
          <ac:chgData name="sangeetha.gunasekar@gmail.com" userId="3f4080925032afb1" providerId="LiveId" clId="{4DE7E215-4C3B-484B-9774-0665ED3DF683}" dt="2026-03-15T20:11:41.635" v="1498" actId="478"/>
          <ac:picMkLst>
            <pc:docMk/>
            <pc:sldMk cId="3376368242" sldId="270"/>
            <ac:picMk id="503" creationId="{0F15017C-059B-6FB4-312C-3CAA7AAE810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g3c4f511f7a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6" name="Google Shape;436;g3c4f511f7a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g3c4f511f7ad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3" name="Google Shape;443;g3c4f511f7ad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a:extLst>
            <a:ext uri="{FF2B5EF4-FFF2-40B4-BE49-F238E27FC236}">
              <a16:creationId xmlns:a16="http://schemas.microsoft.com/office/drawing/2014/main" id="{88462CC0-36B7-81E2-AD92-2300B806F39B}"/>
            </a:ext>
          </a:extLst>
        </p:cNvPr>
        <p:cNvGrpSpPr/>
        <p:nvPr/>
      </p:nvGrpSpPr>
      <p:grpSpPr>
        <a:xfrm>
          <a:off x="0" y="0"/>
          <a:ext cx="0" cy="0"/>
          <a:chOff x="0" y="0"/>
          <a:chExt cx="0" cy="0"/>
        </a:xfrm>
      </p:grpSpPr>
      <p:sp>
        <p:nvSpPr>
          <p:cNvPr id="499" name="Google Shape;499;g3c4f511f7ad_0_94:notes">
            <a:extLst>
              <a:ext uri="{FF2B5EF4-FFF2-40B4-BE49-F238E27FC236}">
                <a16:creationId xmlns:a16="http://schemas.microsoft.com/office/drawing/2014/main" id="{DB4C1BB9-24C3-2E97-F5A0-92E73AC8C9A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0" name="Google Shape;500;g3c4f511f7ad_0_94:notes">
            <a:extLst>
              <a:ext uri="{FF2B5EF4-FFF2-40B4-BE49-F238E27FC236}">
                <a16:creationId xmlns:a16="http://schemas.microsoft.com/office/drawing/2014/main" id="{32F8A157-4F02-2A39-D144-CF50EC35A26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771784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a:extLst>
            <a:ext uri="{FF2B5EF4-FFF2-40B4-BE49-F238E27FC236}">
              <a16:creationId xmlns:a16="http://schemas.microsoft.com/office/drawing/2014/main" id="{73A4318D-4ACC-5D6A-24B1-BD87F9709B5C}"/>
            </a:ext>
          </a:extLst>
        </p:cNvPr>
        <p:cNvGrpSpPr/>
        <p:nvPr/>
      </p:nvGrpSpPr>
      <p:grpSpPr>
        <a:xfrm>
          <a:off x="0" y="0"/>
          <a:ext cx="0" cy="0"/>
          <a:chOff x="0" y="0"/>
          <a:chExt cx="0" cy="0"/>
        </a:xfrm>
      </p:grpSpPr>
      <p:sp>
        <p:nvSpPr>
          <p:cNvPr id="520" name="Google Shape;520;g3c4f511f7ad_0_265:notes">
            <a:extLst>
              <a:ext uri="{FF2B5EF4-FFF2-40B4-BE49-F238E27FC236}">
                <a16:creationId xmlns:a16="http://schemas.microsoft.com/office/drawing/2014/main" id="{3C607A72-34BA-2D11-CF0E-03C9A71EC10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1" name="Google Shape;521;g3c4f511f7ad_0_265:notes">
            <a:extLst>
              <a:ext uri="{FF2B5EF4-FFF2-40B4-BE49-F238E27FC236}">
                <a16:creationId xmlns:a16="http://schemas.microsoft.com/office/drawing/2014/main" id="{DD0113B0-3D9F-A54A-CFFA-522E82C7FE5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ROI = (Total Revenue – cost spent)/cost spent</a:t>
            </a:r>
            <a:endParaRPr dirty="0"/>
          </a:p>
        </p:txBody>
      </p:sp>
    </p:spTree>
    <p:extLst>
      <p:ext uri="{BB962C8B-B14F-4D97-AF65-F5344CB8AC3E}">
        <p14:creationId xmlns:p14="http://schemas.microsoft.com/office/powerpoint/2010/main" val="5937701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g3c4f511f7ad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0" name="Google Shape;460;g3c4f511f7ad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g3c4f511f7ad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8" name="Google Shape;468;g3c4f511f7ad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g3c4f511f7ad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0" name="Google Shape;480;g3c4f511f7ad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g3c4f511f7ad_0_1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3" name="Google Shape;493;g3c4f511f7ad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g3c4f511f7ad_0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0" name="Google Shape;500;g3c4f511f7ad_0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Implication:</a:t>
            </a:r>
            <a:br>
              <a:rPr lang="en-US" dirty="0"/>
            </a:br>
            <a:r>
              <a:rPr lang="en-US" dirty="0"/>
              <a:t>Organic Video brings </a:t>
            </a:r>
            <a:r>
              <a:rPr lang="en-US" b="1" dirty="0"/>
              <a:t>more users who engage</a:t>
            </a:r>
            <a:r>
              <a:rPr lang="en-US" dirty="0"/>
              <a:t>, while Referral traffic brings </a:t>
            </a:r>
            <a:r>
              <a:rPr lang="en-US" b="1" dirty="0"/>
              <a:t>users who stay longer and potentially explore more content</a:t>
            </a:r>
            <a:r>
              <a:rPr lang="en-US" dirty="0"/>
              <a:t>.</a:t>
            </a: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a:extLst>
            <a:ext uri="{FF2B5EF4-FFF2-40B4-BE49-F238E27FC236}">
              <a16:creationId xmlns:a16="http://schemas.microsoft.com/office/drawing/2014/main" id="{AE34B622-47DB-3321-E4C6-D4C3260E3ED2}"/>
            </a:ext>
          </a:extLst>
        </p:cNvPr>
        <p:cNvGrpSpPr/>
        <p:nvPr/>
      </p:nvGrpSpPr>
      <p:grpSpPr>
        <a:xfrm>
          <a:off x="0" y="0"/>
          <a:ext cx="0" cy="0"/>
          <a:chOff x="0" y="0"/>
          <a:chExt cx="0" cy="0"/>
        </a:xfrm>
      </p:grpSpPr>
      <p:sp>
        <p:nvSpPr>
          <p:cNvPr id="499" name="Google Shape;499;g3c4f511f7ad_0_94:notes">
            <a:extLst>
              <a:ext uri="{FF2B5EF4-FFF2-40B4-BE49-F238E27FC236}">
                <a16:creationId xmlns:a16="http://schemas.microsoft.com/office/drawing/2014/main" id="{9394C924-BFA0-521E-0C0A-45A9444AC8D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0" name="Google Shape;500;g3c4f511f7ad_0_94:notes">
            <a:extLst>
              <a:ext uri="{FF2B5EF4-FFF2-40B4-BE49-F238E27FC236}">
                <a16:creationId xmlns:a16="http://schemas.microsoft.com/office/drawing/2014/main" id="{8B17326E-721C-A4C7-BCAD-A8183EEB1C9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415968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3c4f511f7ad_0_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8" name="Google Shape;508;g3c4f511f7ad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g3c4f511f7ad_0_2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1" name="Google Shape;521;g3c4f511f7ad_0_2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g3c51ba83e7a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1" name="Google Shape;531;g3c51ba83e7a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ver - Alt 1">
  <p:cSld name="CUSTOM_7_1_1_1_1_1_1_1_1_1_1_1_1_1_1_1_1">
    <p:spTree>
      <p:nvGrpSpPr>
        <p:cNvPr id="1" name="Shape 10"/>
        <p:cNvGrpSpPr/>
        <p:nvPr/>
      </p:nvGrpSpPr>
      <p:grpSpPr>
        <a:xfrm>
          <a:off x="0" y="0"/>
          <a:ext cx="0" cy="0"/>
          <a:chOff x="0" y="0"/>
          <a:chExt cx="0" cy="0"/>
        </a:xfrm>
      </p:grpSpPr>
      <p:pic>
        <p:nvPicPr>
          <p:cNvPr id="11" name="Google Shape;11;p2"/>
          <p:cNvPicPr preferRelativeResize="0"/>
          <p:nvPr/>
        </p:nvPicPr>
        <p:blipFill>
          <a:blip r:embed="rId2">
            <a:alphaModFix/>
          </a:blip>
          <a:stretch>
            <a:fillRect/>
          </a:stretch>
        </p:blipFill>
        <p:spPr>
          <a:xfrm>
            <a:off x="0" y="0"/>
            <a:ext cx="9144003" cy="5143501"/>
          </a:xfrm>
          <a:prstGeom prst="rect">
            <a:avLst/>
          </a:prstGeom>
          <a:noFill/>
          <a:ln>
            <a:noFill/>
          </a:ln>
        </p:spPr>
      </p:pic>
      <p:sp>
        <p:nvSpPr>
          <p:cNvPr id="12" name="Google Shape;12;p2"/>
          <p:cNvSpPr txBox="1">
            <a:spLocks noGrp="1"/>
          </p:cNvSpPr>
          <p:nvPr>
            <p:ph type="subTitle" idx="1"/>
          </p:nvPr>
        </p:nvSpPr>
        <p:spPr>
          <a:xfrm>
            <a:off x="228225" y="1298200"/>
            <a:ext cx="2712000" cy="174300"/>
          </a:xfrm>
          <a:prstGeom prst="rect">
            <a:avLst/>
          </a:prstGeom>
        </p:spPr>
        <p:txBody>
          <a:bodyPr spcFirstLastPara="1" wrap="square" lIns="0" tIns="0" rIns="0" bIns="0" anchor="t" anchorCtr="0">
            <a:sp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a:endParaRPr/>
          </a:p>
        </p:txBody>
      </p:sp>
      <p:sp>
        <p:nvSpPr>
          <p:cNvPr id="13" name="Google Shape;13;p2"/>
          <p:cNvSpPr txBox="1">
            <a:spLocks noGrp="1"/>
          </p:cNvSpPr>
          <p:nvPr>
            <p:ph type="title"/>
          </p:nvPr>
        </p:nvSpPr>
        <p:spPr>
          <a:xfrm>
            <a:off x="228225" y="4579187"/>
            <a:ext cx="7310400" cy="4050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800"/>
              <a:buFont typeface="Figtree Light"/>
              <a:buNone/>
              <a:defRPr sz="800">
                <a:latin typeface="Figtree Light"/>
                <a:ea typeface="Figtree Light"/>
                <a:cs typeface="Figtree Light"/>
                <a:sym typeface="Figtree Light"/>
              </a:defRPr>
            </a:lvl1pPr>
            <a:lvl2pPr lvl="1">
              <a:spcBef>
                <a:spcPts val="0"/>
              </a:spcBef>
              <a:spcAft>
                <a:spcPts val="0"/>
              </a:spcAft>
              <a:buClr>
                <a:schemeClr val="dk1"/>
              </a:buClr>
              <a:buSzPts val="1400"/>
              <a:buNone/>
              <a:defRPr/>
            </a:lvl2pPr>
            <a:lvl3pPr lvl="2">
              <a:spcBef>
                <a:spcPts val="0"/>
              </a:spcBef>
              <a:spcAft>
                <a:spcPts val="0"/>
              </a:spcAft>
              <a:buClr>
                <a:schemeClr val="dk1"/>
              </a:buClr>
              <a:buSzPts val="1400"/>
              <a:buNone/>
              <a:defRPr/>
            </a:lvl3pPr>
            <a:lvl4pPr lvl="3">
              <a:spcBef>
                <a:spcPts val="0"/>
              </a:spcBef>
              <a:spcAft>
                <a:spcPts val="0"/>
              </a:spcAft>
              <a:buClr>
                <a:schemeClr val="dk1"/>
              </a:buClr>
              <a:buSzPts val="1400"/>
              <a:buNone/>
              <a:defRPr/>
            </a:lvl4pPr>
            <a:lvl5pPr lvl="4">
              <a:spcBef>
                <a:spcPts val="0"/>
              </a:spcBef>
              <a:spcAft>
                <a:spcPts val="0"/>
              </a:spcAft>
              <a:buClr>
                <a:schemeClr val="dk1"/>
              </a:buClr>
              <a:buSzPts val="1400"/>
              <a:buNone/>
              <a:defRPr/>
            </a:lvl5pPr>
            <a:lvl6pPr lvl="5">
              <a:spcBef>
                <a:spcPts val="0"/>
              </a:spcBef>
              <a:spcAft>
                <a:spcPts val="0"/>
              </a:spcAft>
              <a:buClr>
                <a:schemeClr val="dk1"/>
              </a:buClr>
              <a:buSzPts val="1400"/>
              <a:buNone/>
              <a:defRPr/>
            </a:lvl6pPr>
            <a:lvl7pPr lvl="6">
              <a:spcBef>
                <a:spcPts val="0"/>
              </a:spcBef>
              <a:spcAft>
                <a:spcPts val="0"/>
              </a:spcAft>
              <a:buClr>
                <a:schemeClr val="dk1"/>
              </a:buClr>
              <a:buSzPts val="1400"/>
              <a:buNone/>
              <a:defRPr/>
            </a:lvl7pPr>
            <a:lvl8pPr lvl="7">
              <a:spcBef>
                <a:spcPts val="0"/>
              </a:spcBef>
              <a:spcAft>
                <a:spcPts val="0"/>
              </a:spcAft>
              <a:buClr>
                <a:schemeClr val="dk1"/>
              </a:buClr>
              <a:buSzPts val="1400"/>
              <a:buNone/>
              <a:defRPr/>
            </a:lvl8pPr>
            <a:lvl9pPr lvl="8">
              <a:spcBef>
                <a:spcPts val="0"/>
              </a:spcBef>
              <a:spcAft>
                <a:spcPts val="0"/>
              </a:spcAft>
              <a:buClr>
                <a:schemeClr val="dk1"/>
              </a:buClr>
              <a:buSzPts val="1400"/>
              <a:buNone/>
              <a:defRPr/>
            </a:lvl9pPr>
          </a:lstStyle>
          <a:p>
            <a:endParaRPr/>
          </a:p>
        </p:txBody>
      </p:sp>
      <p:sp>
        <p:nvSpPr>
          <p:cNvPr id="14" name="Google Shape;14;p2"/>
          <p:cNvSpPr txBox="1">
            <a:spLocks noGrp="1"/>
          </p:cNvSpPr>
          <p:nvPr>
            <p:ph type="subTitle" idx="2"/>
          </p:nvPr>
        </p:nvSpPr>
        <p:spPr>
          <a:xfrm>
            <a:off x="228225" y="2260925"/>
            <a:ext cx="5340300" cy="267000"/>
          </a:xfrm>
          <a:prstGeom prst="rect">
            <a:avLst/>
          </a:prstGeom>
        </p:spPr>
        <p:txBody>
          <a:bodyPr spcFirstLastPara="1" wrap="square" lIns="0" tIns="0" rIns="0" bIns="0" anchor="t" anchorCtr="0">
            <a:spAutoFit/>
          </a:bodyPr>
          <a:lstStyle>
            <a:lvl1pPr lvl="0">
              <a:spcBef>
                <a:spcPts val="0"/>
              </a:spcBef>
              <a:spcAft>
                <a:spcPts val="0"/>
              </a:spcAft>
              <a:buNone/>
              <a:defRPr sz="1200">
                <a:solidFill>
                  <a:schemeClr val="dk2"/>
                </a:solidFill>
              </a:defRPr>
            </a:lvl1pPr>
            <a:lvl2pPr lvl="1">
              <a:spcBef>
                <a:spcPts val="0"/>
              </a:spcBef>
              <a:spcAft>
                <a:spcPts val="0"/>
              </a:spcAft>
              <a:buNone/>
              <a:defRPr sz="1200">
                <a:solidFill>
                  <a:schemeClr val="dk2"/>
                </a:solidFill>
              </a:defRPr>
            </a:lvl2pPr>
            <a:lvl3pPr lvl="2">
              <a:spcBef>
                <a:spcPts val="0"/>
              </a:spcBef>
              <a:spcAft>
                <a:spcPts val="0"/>
              </a:spcAft>
              <a:buNone/>
              <a:defRPr sz="1200">
                <a:solidFill>
                  <a:schemeClr val="dk2"/>
                </a:solidFill>
              </a:defRPr>
            </a:lvl3pPr>
            <a:lvl4pPr lvl="3">
              <a:spcBef>
                <a:spcPts val="0"/>
              </a:spcBef>
              <a:spcAft>
                <a:spcPts val="0"/>
              </a:spcAft>
              <a:buNone/>
              <a:defRPr sz="1200">
                <a:solidFill>
                  <a:schemeClr val="dk2"/>
                </a:solidFill>
              </a:defRPr>
            </a:lvl4pPr>
            <a:lvl5pPr lvl="4">
              <a:spcBef>
                <a:spcPts val="0"/>
              </a:spcBef>
              <a:spcAft>
                <a:spcPts val="0"/>
              </a:spcAft>
              <a:buNone/>
              <a:defRPr sz="1200">
                <a:solidFill>
                  <a:schemeClr val="dk2"/>
                </a:solidFill>
              </a:defRPr>
            </a:lvl5pPr>
            <a:lvl6pPr lvl="5">
              <a:spcBef>
                <a:spcPts val="0"/>
              </a:spcBef>
              <a:spcAft>
                <a:spcPts val="0"/>
              </a:spcAft>
              <a:buNone/>
              <a:defRPr sz="1200">
                <a:solidFill>
                  <a:schemeClr val="dk2"/>
                </a:solidFill>
              </a:defRPr>
            </a:lvl6pPr>
            <a:lvl7pPr lvl="6">
              <a:spcBef>
                <a:spcPts val="0"/>
              </a:spcBef>
              <a:spcAft>
                <a:spcPts val="0"/>
              </a:spcAft>
              <a:buNone/>
              <a:defRPr sz="1200">
                <a:solidFill>
                  <a:schemeClr val="dk2"/>
                </a:solidFill>
              </a:defRPr>
            </a:lvl7pPr>
            <a:lvl8pPr lvl="7">
              <a:spcBef>
                <a:spcPts val="0"/>
              </a:spcBef>
              <a:spcAft>
                <a:spcPts val="0"/>
              </a:spcAft>
              <a:buNone/>
              <a:defRPr sz="1200">
                <a:solidFill>
                  <a:schemeClr val="dk2"/>
                </a:solidFill>
              </a:defRPr>
            </a:lvl8pPr>
            <a:lvl9pPr lvl="8">
              <a:spcBef>
                <a:spcPts val="0"/>
              </a:spcBef>
              <a:spcAft>
                <a:spcPts val="0"/>
              </a:spcAft>
              <a:buNone/>
              <a:defRPr sz="1200">
                <a:solidFill>
                  <a:schemeClr val="dk2"/>
                </a:solidFill>
              </a:defRPr>
            </a:lvl9pPr>
          </a:lstStyle>
          <a:p>
            <a:endParaRPr/>
          </a:p>
        </p:txBody>
      </p:sp>
      <p:sp>
        <p:nvSpPr>
          <p:cNvPr id="15" name="Google Shape;15;p2"/>
          <p:cNvSpPr txBox="1">
            <a:spLocks noGrp="1"/>
          </p:cNvSpPr>
          <p:nvPr>
            <p:ph type="title" idx="3"/>
          </p:nvPr>
        </p:nvSpPr>
        <p:spPr>
          <a:xfrm>
            <a:off x="189618" y="1545733"/>
            <a:ext cx="8278500" cy="1444200"/>
          </a:xfrm>
          <a:prstGeom prst="rect">
            <a:avLst/>
          </a:prstGeom>
        </p:spPr>
        <p:txBody>
          <a:bodyPr spcFirstLastPara="1" wrap="square" lIns="0" tIns="91425" rIns="91425" bIns="91425" anchor="t" anchorCtr="0">
            <a:noAutofit/>
          </a:bodyPr>
          <a:lstStyle>
            <a:lvl1pPr lvl="0">
              <a:lnSpc>
                <a:spcPct val="80000"/>
              </a:lnSpc>
              <a:spcBef>
                <a:spcPts val="0"/>
              </a:spcBef>
              <a:spcAft>
                <a:spcPts val="0"/>
              </a:spcAft>
              <a:buClr>
                <a:schemeClr val="dk1"/>
              </a:buClr>
              <a:buSzPts val="8000"/>
              <a:buFont typeface="Figtree"/>
              <a:buNone/>
              <a:defRPr sz="8000"/>
            </a:lvl1pPr>
            <a:lvl2pPr lvl="1">
              <a:spcBef>
                <a:spcPts val="0"/>
              </a:spcBef>
              <a:spcAft>
                <a:spcPts val="0"/>
              </a:spcAft>
              <a:buClr>
                <a:schemeClr val="dk1"/>
              </a:buClr>
              <a:buSzPts val="8000"/>
              <a:buNone/>
              <a:defRPr sz="8000">
                <a:solidFill>
                  <a:schemeClr val="dk1"/>
                </a:solidFill>
              </a:defRPr>
            </a:lvl2pPr>
            <a:lvl3pPr lvl="2">
              <a:spcBef>
                <a:spcPts val="0"/>
              </a:spcBef>
              <a:spcAft>
                <a:spcPts val="0"/>
              </a:spcAft>
              <a:buClr>
                <a:schemeClr val="dk1"/>
              </a:buClr>
              <a:buSzPts val="8000"/>
              <a:buNone/>
              <a:defRPr sz="8000">
                <a:solidFill>
                  <a:schemeClr val="dk1"/>
                </a:solidFill>
              </a:defRPr>
            </a:lvl3pPr>
            <a:lvl4pPr lvl="3">
              <a:spcBef>
                <a:spcPts val="0"/>
              </a:spcBef>
              <a:spcAft>
                <a:spcPts val="0"/>
              </a:spcAft>
              <a:buClr>
                <a:schemeClr val="dk1"/>
              </a:buClr>
              <a:buSzPts val="8000"/>
              <a:buNone/>
              <a:defRPr sz="8000">
                <a:solidFill>
                  <a:schemeClr val="dk1"/>
                </a:solidFill>
              </a:defRPr>
            </a:lvl4pPr>
            <a:lvl5pPr lvl="4">
              <a:spcBef>
                <a:spcPts val="0"/>
              </a:spcBef>
              <a:spcAft>
                <a:spcPts val="0"/>
              </a:spcAft>
              <a:buClr>
                <a:schemeClr val="dk1"/>
              </a:buClr>
              <a:buSzPts val="8000"/>
              <a:buNone/>
              <a:defRPr sz="8000">
                <a:solidFill>
                  <a:schemeClr val="dk1"/>
                </a:solidFill>
              </a:defRPr>
            </a:lvl5pPr>
            <a:lvl6pPr lvl="5">
              <a:spcBef>
                <a:spcPts val="0"/>
              </a:spcBef>
              <a:spcAft>
                <a:spcPts val="0"/>
              </a:spcAft>
              <a:buClr>
                <a:schemeClr val="dk1"/>
              </a:buClr>
              <a:buSzPts val="8000"/>
              <a:buNone/>
              <a:defRPr sz="8000">
                <a:solidFill>
                  <a:schemeClr val="dk1"/>
                </a:solidFill>
              </a:defRPr>
            </a:lvl6pPr>
            <a:lvl7pPr lvl="6">
              <a:spcBef>
                <a:spcPts val="0"/>
              </a:spcBef>
              <a:spcAft>
                <a:spcPts val="0"/>
              </a:spcAft>
              <a:buClr>
                <a:schemeClr val="dk1"/>
              </a:buClr>
              <a:buSzPts val="8000"/>
              <a:buNone/>
              <a:defRPr sz="8000">
                <a:solidFill>
                  <a:schemeClr val="dk1"/>
                </a:solidFill>
              </a:defRPr>
            </a:lvl7pPr>
            <a:lvl8pPr lvl="7">
              <a:spcBef>
                <a:spcPts val="0"/>
              </a:spcBef>
              <a:spcAft>
                <a:spcPts val="0"/>
              </a:spcAft>
              <a:buClr>
                <a:schemeClr val="dk1"/>
              </a:buClr>
              <a:buSzPts val="8000"/>
              <a:buNone/>
              <a:defRPr sz="8000">
                <a:solidFill>
                  <a:schemeClr val="dk1"/>
                </a:solidFill>
              </a:defRPr>
            </a:lvl8pPr>
            <a:lvl9pPr lvl="8">
              <a:spcBef>
                <a:spcPts val="0"/>
              </a:spcBef>
              <a:spcAft>
                <a:spcPts val="0"/>
              </a:spcAft>
              <a:buClr>
                <a:schemeClr val="dk1"/>
              </a:buClr>
              <a:buSzPts val="8000"/>
              <a:buNone/>
              <a:defRPr sz="8000">
                <a:solidFill>
                  <a:schemeClr val="dk1"/>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Agenda - Alt 2">
  <p:cSld name="CUSTOM_1_1">
    <p:spTree>
      <p:nvGrpSpPr>
        <p:cNvPr id="1" name="Shape 16"/>
        <p:cNvGrpSpPr/>
        <p:nvPr/>
      </p:nvGrpSpPr>
      <p:grpSpPr>
        <a:xfrm>
          <a:off x="0" y="0"/>
          <a:ext cx="0" cy="0"/>
          <a:chOff x="0" y="0"/>
          <a:chExt cx="0" cy="0"/>
        </a:xfrm>
      </p:grpSpPr>
      <p:sp>
        <p:nvSpPr>
          <p:cNvPr id="17" name="Google Shape;17;p3"/>
          <p:cNvSpPr/>
          <p:nvPr/>
        </p:nvSpPr>
        <p:spPr>
          <a:xfrm>
            <a:off x="0" y="0"/>
            <a:ext cx="2406900" cy="2406900"/>
          </a:xfrm>
          <a:prstGeom prst="rect">
            <a:avLst/>
          </a:prstGeom>
          <a:gradFill>
            <a:gsLst>
              <a:gs pos="0">
                <a:schemeClr val="lt2"/>
              </a:gs>
              <a:gs pos="72000">
                <a:schemeClr val="lt1"/>
              </a:gs>
              <a:gs pos="100000">
                <a:schemeClr val="lt1"/>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Figtree"/>
              <a:ea typeface="Figtree"/>
              <a:cs typeface="Figtree"/>
              <a:sym typeface="Figtree"/>
            </a:endParaRPr>
          </a:p>
        </p:txBody>
      </p:sp>
      <p:sp>
        <p:nvSpPr>
          <p:cNvPr id="18" name="Google Shape;18;p3"/>
          <p:cNvSpPr/>
          <p:nvPr/>
        </p:nvSpPr>
        <p:spPr>
          <a:xfrm>
            <a:off x="7172525" y="0"/>
            <a:ext cx="1971600" cy="5143500"/>
          </a:xfrm>
          <a:prstGeom prst="rect">
            <a:avLst/>
          </a:prstGeom>
          <a:gradFill>
            <a:gsLst>
              <a:gs pos="0">
                <a:schemeClr val="accent6"/>
              </a:gs>
              <a:gs pos="100000">
                <a:schemeClr val="lt2"/>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Figtree"/>
              <a:ea typeface="Figtree"/>
              <a:cs typeface="Figtree"/>
              <a:sym typeface="Figtree"/>
            </a:endParaRPr>
          </a:p>
        </p:txBody>
      </p:sp>
      <p:sp>
        <p:nvSpPr>
          <p:cNvPr id="19" name="Google Shape;19;p3"/>
          <p:cNvSpPr txBox="1">
            <a:spLocks noGrp="1"/>
          </p:cNvSpPr>
          <p:nvPr>
            <p:ph type="title"/>
          </p:nvPr>
        </p:nvSpPr>
        <p:spPr>
          <a:xfrm>
            <a:off x="3809850" y="1269500"/>
            <a:ext cx="2884500" cy="3681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a:endParaRPr/>
          </a:p>
        </p:txBody>
      </p:sp>
      <p:sp>
        <p:nvSpPr>
          <p:cNvPr id="20" name="Google Shape;20;p3"/>
          <p:cNvSpPr txBox="1">
            <a:spLocks noGrp="1"/>
          </p:cNvSpPr>
          <p:nvPr>
            <p:ph type="title" idx="2"/>
          </p:nvPr>
        </p:nvSpPr>
        <p:spPr>
          <a:xfrm>
            <a:off x="3154650" y="3495050"/>
            <a:ext cx="592800" cy="368100"/>
          </a:xfrm>
          <a:prstGeom prst="rect">
            <a:avLst/>
          </a:prstGeom>
        </p:spPr>
        <p:txBody>
          <a:bodyPr spcFirstLastPara="1" wrap="square" lIns="0" tIns="0" rIns="91425" bIns="91425" anchor="t" anchorCtr="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a:endParaRPr/>
          </a:p>
        </p:txBody>
      </p:sp>
      <p:sp>
        <p:nvSpPr>
          <p:cNvPr id="21" name="Google Shape;21;p3"/>
          <p:cNvSpPr txBox="1">
            <a:spLocks noGrp="1"/>
          </p:cNvSpPr>
          <p:nvPr>
            <p:ph type="title" idx="3"/>
          </p:nvPr>
        </p:nvSpPr>
        <p:spPr>
          <a:xfrm>
            <a:off x="230075" y="58625"/>
            <a:ext cx="2500500" cy="172200"/>
          </a:xfrm>
          <a:prstGeom prst="rect">
            <a:avLst/>
          </a:prstGeom>
        </p:spPr>
        <p:txBody>
          <a:bodyPr spcFirstLastPara="1" wrap="square" lIns="0" tIns="0" rIns="0" bIns="0" anchor="t" anchorCtr="0">
            <a:noAutofit/>
          </a:bodyPr>
          <a:lstStyle>
            <a:lvl1pPr lvl="0">
              <a:spcBef>
                <a:spcPts val="0"/>
              </a:spcBef>
              <a:spcAft>
                <a:spcPts val="0"/>
              </a:spcAft>
              <a:buNone/>
              <a:defRPr sz="7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a:endParaRPr/>
          </a:p>
        </p:txBody>
      </p:sp>
      <p:sp>
        <p:nvSpPr>
          <p:cNvPr id="22" name="Google Shape;22;p3"/>
          <p:cNvSpPr txBox="1">
            <a:spLocks noGrp="1"/>
          </p:cNvSpPr>
          <p:nvPr>
            <p:ph type="title" idx="4"/>
          </p:nvPr>
        </p:nvSpPr>
        <p:spPr>
          <a:xfrm>
            <a:off x="6414875" y="58625"/>
            <a:ext cx="2500500" cy="172200"/>
          </a:xfrm>
          <a:prstGeom prst="rect">
            <a:avLst/>
          </a:prstGeom>
        </p:spPr>
        <p:txBody>
          <a:bodyPr spcFirstLastPara="1" wrap="square" lIns="0" tIns="0" rIns="0" bIns="0" anchor="t" anchorCtr="0">
            <a:noAutofit/>
          </a:bodyPr>
          <a:lstStyle>
            <a:lvl1pPr lvl="0" algn="r">
              <a:spcBef>
                <a:spcPts val="0"/>
              </a:spcBef>
              <a:spcAft>
                <a:spcPts val="0"/>
              </a:spcAft>
              <a:buNone/>
              <a:defRPr sz="700"/>
            </a:lvl1pPr>
            <a:lvl2pPr lvl="1"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a:endParaRPr/>
          </a:p>
        </p:txBody>
      </p:sp>
      <p:sp>
        <p:nvSpPr>
          <p:cNvPr id="23" name="Google Shape;23;p3"/>
          <p:cNvSpPr txBox="1">
            <a:spLocks noGrp="1"/>
          </p:cNvSpPr>
          <p:nvPr>
            <p:ph type="title" idx="5"/>
          </p:nvPr>
        </p:nvSpPr>
        <p:spPr>
          <a:xfrm>
            <a:off x="3809850" y="1714600"/>
            <a:ext cx="2884500" cy="3681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a:endParaRPr/>
          </a:p>
        </p:txBody>
      </p:sp>
      <p:sp>
        <p:nvSpPr>
          <p:cNvPr id="24" name="Google Shape;24;p3"/>
          <p:cNvSpPr txBox="1">
            <a:spLocks noGrp="1"/>
          </p:cNvSpPr>
          <p:nvPr>
            <p:ph type="title" idx="6"/>
          </p:nvPr>
        </p:nvSpPr>
        <p:spPr>
          <a:xfrm>
            <a:off x="3809850" y="2159700"/>
            <a:ext cx="2884500" cy="3681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a:endParaRPr/>
          </a:p>
        </p:txBody>
      </p:sp>
      <p:sp>
        <p:nvSpPr>
          <p:cNvPr id="25" name="Google Shape;25;p3"/>
          <p:cNvSpPr txBox="1">
            <a:spLocks noGrp="1"/>
          </p:cNvSpPr>
          <p:nvPr>
            <p:ph type="title" idx="7"/>
          </p:nvPr>
        </p:nvSpPr>
        <p:spPr>
          <a:xfrm>
            <a:off x="3809850" y="2593988"/>
            <a:ext cx="2884500" cy="3681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a:endParaRPr/>
          </a:p>
        </p:txBody>
      </p:sp>
      <p:sp>
        <p:nvSpPr>
          <p:cNvPr id="26" name="Google Shape;26;p3"/>
          <p:cNvSpPr txBox="1">
            <a:spLocks noGrp="1"/>
          </p:cNvSpPr>
          <p:nvPr>
            <p:ph type="title" idx="8"/>
          </p:nvPr>
        </p:nvSpPr>
        <p:spPr>
          <a:xfrm>
            <a:off x="3809850" y="3036613"/>
            <a:ext cx="2884500" cy="3681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a:endParaRPr/>
          </a:p>
        </p:txBody>
      </p:sp>
      <p:sp>
        <p:nvSpPr>
          <p:cNvPr id="27" name="Google Shape;27;p3"/>
          <p:cNvSpPr txBox="1">
            <a:spLocks noGrp="1"/>
          </p:cNvSpPr>
          <p:nvPr>
            <p:ph type="title" idx="9"/>
          </p:nvPr>
        </p:nvSpPr>
        <p:spPr>
          <a:xfrm>
            <a:off x="3809850" y="3479238"/>
            <a:ext cx="2884500" cy="3681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a:endParaRPr/>
          </a:p>
        </p:txBody>
      </p:sp>
      <p:sp>
        <p:nvSpPr>
          <p:cNvPr id="28" name="Google Shape;28;p3"/>
          <p:cNvSpPr txBox="1">
            <a:spLocks noGrp="1"/>
          </p:cNvSpPr>
          <p:nvPr>
            <p:ph type="title" idx="13"/>
          </p:nvPr>
        </p:nvSpPr>
        <p:spPr>
          <a:xfrm>
            <a:off x="3154650" y="3049925"/>
            <a:ext cx="592800" cy="368100"/>
          </a:xfrm>
          <a:prstGeom prst="rect">
            <a:avLst/>
          </a:prstGeom>
        </p:spPr>
        <p:txBody>
          <a:bodyPr spcFirstLastPara="1" wrap="square" lIns="0" tIns="0" rIns="91425" bIns="91425" anchor="ctr" anchorCtr="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latin typeface="Figtree"/>
                <a:ea typeface="Figtree"/>
                <a:cs typeface="Figtree"/>
                <a:sym typeface="Figtree"/>
              </a:defRPr>
            </a:lvl2pPr>
            <a:lvl3pPr lvl="2">
              <a:spcBef>
                <a:spcPts val="0"/>
              </a:spcBef>
              <a:spcAft>
                <a:spcPts val="0"/>
              </a:spcAft>
              <a:buClr>
                <a:schemeClr val="dk1"/>
              </a:buClr>
              <a:buSzPts val="2400"/>
              <a:buFont typeface="Figtree"/>
              <a:buNone/>
              <a:defRPr sz="2400">
                <a:latin typeface="Figtree"/>
                <a:ea typeface="Figtree"/>
                <a:cs typeface="Figtree"/>
                <a:sym typeface="Figtree"/>
              </a:defRPr>
            </a:lvl3pPr>
            <a:lvl4pPr lvl="3">
              <a:spcBef>
                <a:spcPts val="0"/>
              </a:spcBef>
              <a:spcAft>
                <a:spcPts val="0"/>
              </a:spcAft>
              <a:buClr>
                <a:schemeClr val="dk1"/>
              </a:buClr>
              <a:buSzPts val="2400"/>
              <a:buFont typeface="Figtree"/>
              <a:buNone/>
              <a:defRPr sz="2400">
                <a:latin typeface="Figtree"/>
                <a:ea typeface="Figtree"/>
                <a:cs typeface="Figtree"/>
                <a:sym typeface="Figtree"/>
              </a:defRPr>
            </a:lvl4pPr>
            <a:lvl5pPr lvl="4">
              <a:spcBef>
                <a:spcPts val="0"/>
              </a:spcBef>
              <a:spcAft>
                <a:spcPts val="0"/>
              </a:spcAft>
              <a:buClr>
                <a:schemeClr val="dk1"/>
              </a:buClr>
              <a:buSzPts val="2400"/>
              <a:buFont typeface="Figtree"/>
              <a:buNone/>
              <a:defRPr sz="2400">
                <a:latin typeface="Figtree"/>
                <a:ea typeface="Figtree"/>
                <a:cs typeface="Figtree"/>
                <a:sym typeface="Figtree"/>
              </a:defRPr>
            </a:lvl5pPr>
            <a:lvl6pPr lvl="5">
              <a:spcBef>
                <a:spcPts val="0"/>
              </a:spcBef>
              <a:spcAft>
                <a:spcPts val="0"/>
              </a:spcAft>
              <a:buClr>
                <a:schemeClr val="dk1"/>
              </a:buClr>
              <a:buSzPts val="2400"/>
              <a:buFont typeface="Figtree"/>
              <a:buNone/>
              <a:defRPr sz="2400">
                <a:latin typeface="Figtree"/>
                <a:ea typeface="Figtree"/>
                <a:cs typeface="Figtree"/>
                <a:sym typeface="Figtree"/>
              </a:defRPr>
            </a:lvl6pPr>
            <a:lvl7pPr lvl="6">
              <a:spcBef>
                <a:spcPts val="0"/>
              </a:spcBef>
              <a:spcAft>
                <a:spcPts val="0"/>
              </a:spcAft>
              <a:buClr>
                <a:schemeClr val="dk1"/>
              </a:buClr>
              <a:buSzPts val="2400"/>
              <a:buFont typeface="Figtree"/>
              <a:buNone/>
              <a:defRPr sz="2400">
                <a:latin typeface="Figtree"/>
                <a:ea typeface="Figtree"/>
                <a:cs typeface="Figtree"/>
                <a:sym typeface="Figtree"/>
              </a:defRPr>
            </a:lvl7pPr>
            <a:lvl8pPr lvl="7">
              <a:spcBef>
                <a:spcPts val="0"/>
              </a:spcBef>
              <a:spcAft>
                <a:spcPts val="0"/>
              </a:spcAft>
              <a:buClr>
                <a:schemeClr val="dk1"/>
              </a:buClr>
              <a:buSzPts val="2400"/>
              <a:buFont typeface="Figtree"/>
              <a:buNone/>
              <a:defRPr sz="2400">
                <a:latin typeface="Figtree"/>
                <a:ea typeface="Figtree"/>
                <a:cs typeface="Figtree"/>
                <a:sym typeface="Figtree"/>
              </a:defRPr>
            </a:lvl8pPr>
            <a:lvl9pPr lvl="8">
              <a:spcBef>
                <a:spcPts val="0"/>
              </a:spcBef>
              <a:spcAft>
                <a:spcPts val="0"/>
              </a:spcAft>
              <a:buClr>
                <a:schemeClr val="dk1"/>
              </a:buClr>
              <a:buSzPts val="2400"/>
              <a:buFont typeface="Figtree"/>
              <a:buNone/>
              <a:defRPr sz="2400">
                <a:latin typeface="Figtree"/>
                <a:ea typeface="Figtree"/>
                <a:cs typeface="Figtree"/>
                <a:sym typeface="Figtree"/>
              </a:defRPr>
            </a:lvl9pPr>
          </a:lstStyle>
          <a:p>
            <a:endParaRPr/>
          </a:p>
        </p:txBody>
      </p:sp>
      <p:sp>
        <p:nvSpPr>
          <p:cNvPr id="29" name="Google Shape;29;p3"/>
          <p:cNvSpPr txBox="1">
            <a:spLocks noGrp="1"/>
          </p:cNvSpPr>
          <p:nvPr>
            <p:ph type="title" idx="14"/>
          </p:nvPr>
        </p:nvSpPr>
        <p:spPr>
          <a:xfrm>
            <a:off x="3154650" y="2604813"/>
            <a:ext cx="592800" cy="368100"/>
          </a:xfrm>
          <a:prstGeom prst="rect">
            <a:avLst/>
          </a:prstGeom>
        </p:spPr>
        <p:txBody>
          <a:bodyPr spcFirstLastPara="1" wrap="square" lIns="0" tIns="0" rIns="91425" bIns="91425" anchor="t" anchorCtr="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a:endParaRPr/>
          </a:p>
        </p:txBody>
      </p:sp>
      <p:sp>
        <p:nvSpPr>
          <p:cNvPr id="30" name="Google Shape;30;p3"/>
          <p:cNvSpPr txBox="1">
            <a:spLocks noGrp="1"/>
          </p:cNvSpPr>
          <p:nvPr>
            <p:ph type="title" idx="15"/>
          </p:nvPr>
        </p:nvSpPr>
        <p:spPr>
          <a:xfrm>
            <a:off x="3154650" y="2159700"/>
            <a:ext cx="592800" cy="368100"/>
          </a:xfrm>
          <a:prstGeom prst="rect">
            <a:avLst/>
          </a:prstGeom>
        </p:spPr>
        <p:txBody>
          <a:bodyPr spcFirstLastPara="1" wrap="square" lIns="0" tIns="0" rIns="91425" bIns="91425" anchor="t" anchorCtr="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a:endParaRPr/>
          </a:p>
        </p:txBody>
      </p:sp>
      <p:sp>
        <p:nvSpPr>
          <p:cNvPr id="31" name="Google Shape;31;p3"/>
          <p:cNvSpPr txBox="1">
            <a:spLocks noGrp="1"/>
          </p:cNvSpPr>
          <p:nvPr>
            <p:ph type="title" idx="16"/>
          </p:nvPr>
        </p:nvSpPr>
        <p:spPr>
          <a:xfrm>
            <a:off x="3154650" y="1714588"/>
            <a:ext cx="592800" cy="368100"/>
          </a:xfrm>
          <a:prstGeom prst="rect">
            <a:avLst/>
          </a:prstGeom>
        </p:spPr>
        <p:txBody>
          <a:bodyPr spcFirstLastPara="1" wrap="square" lIns="0" tIns="0" rIns="91425" bIns="91425" anchor="t" anchorCtr="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a:endParaRPr/>
          </a:p>
        </p:txBody>
      </p:sp>
      <p:sp>
        <p:nvSpPr>
          <p:cNvPr id="32" name="Google Shape;32;p3"/>
          <p:cNvSpPr txBox="1">
            <a:spLocks noGrp="1"/>
          </p:cNvSpPr>
          <p:nvPr>
            <p:ph type="title" idx="17"/>
          </p:nvPr>
        </p:nvSpPr>
        <p:spPr>
          <a:xfrm>
            <a:off x="3154650" y="1269488"/>
            <a:ext cx="592800" cy="368100"/>
          </a:xfrm>
          <a:prstGeom prst="rect">
            <a:avLst/>
          </a:prstGeom>
        </p:spPr>
        <p:txBody>
          <a:bodyPr spcFirstLastPara="1" wrap="square" lIns="0" tIns="0" rIns="91425" bIns="91425" anchor="t" anchorCtr="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a:endParaRPr/>
          </a:p>
        </p:txBody>
      </p:sp>
      <p:sp>
        <p:nvSpPr>
          <p:cNvPr id="33" name="Google Shape;33;p3"/>
          <p:cNvSpPr txBox="1">
            <a:spLocks noGrp="1"/>
          </p:cNvSpPr>
          <p:nvPr>
            <p:ph type="title" idx="18"/>
          </p:nvPr>
        </p:nvSpPr>
        <p:spPr>
          <a:xfrm>
            <a:off x="228600" y="457200"/>
            <a:ext cx="5762400" cy="464700"/>
          </a:xfrm>
          <a:prstGeom prst="rect">
            <a:avLst/>
          </a:prstGeom>
        </p:spPr>
        <p:txBody>
          <a:bodyPr spcFirstLastPara="1" wrap="square" lIns="0" tIns="0" rIns="0" bIns="0" anchor="t" anchorCtr="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he team - Alt 1">
  <p:cSld name="CUSTOM_2">
    <p:spTree>
      <p:nvGrpSpPr>
        <p:cNvPr id="1" name="Shape 34"/>
        <p:cNvGrpSpPr/>
        <p:nvPr/>
      </p:nvGrpSpPr>
      <p:grpSpPr>
        <a:xfrm>
          <a:off x="0" y="0"/>
          <a:ext cx="0" cy="0"/>
          <a:chOff x="0" y="0"/>
          <a:chExt cx="0" cy="0"/>
        </a:xfrm>
      </p:grpSpPr>
      <p:sp>
        <p:nvSpPr>
          <p:cNvPr id="35" name="Google Shape;35;p4"/>
          <p:cNvSpPr>
            <a:spLocks noGrp="1"/>
          </p:cNvSpPr>
          <p:nvPr>
            <p:ph type="pic" idx="2"/>
          </p:nvPr>
        </p:nvSpPr>
        <p:spPr>
          <a:xfrm>
            <a:off x="0" y="-9000"/>
            <a:ext cx="3054300" cy="3252900"/>
          </a:xfrm>
          <a:prstGeom prst="rect">
            <a:avLst/>
          </a:prstGeom>
          <a:noFill/>
          <a:ln>
            <a:noFill/>
          </a:ln>
        </p:spPr>
      </p:sp>
      <p:sp>
        <p:nvSpPr>
          <p:cNvPr id="36" name="Google Shape;36;p4"/>
          <p:cNvSpPr>
            <a:spLocks noGrp="1"/>
          </p:cNvSpPr>
          <p:nvPr>
            <p:ph type="pic" idx="3"/>
          </p:nvPr>
        </p:nvSpPr>
        <p:spPr>
          <a:xfrm>
            <a:off x="3044117" y="-9000"/>
            <a:ext cx="3054300" cy="3252900"/>
          </a:xfrm>
          <a:prstGeom prst="rect">
            <a:avLst/>
          </a:prstGeom>
          <a:noFill/>
          <a:ln>
            <a:noFill/>
          </a:ln>
        </p:spPr>
      </p:sp>
      <p:sp>
        <p:nvSpPr>
          <p:cNvPr id="37" name="Google Shape;37;p4"/>
          <p:cNvSpPr>
            <a:spLocks noGrp="1"/>
          </p:cNvSpPr>
          <p:nvPr>
            <p:ph type="pic" idx="4"/>
          </p:nvPr>
        </p:nvSpPr>
        <p:spPr>
          <a:xfrm>
            <a:off x="6088233" y="-9000"/>
            <a:ext cx="3054300" cy="3252900"/>
          </a:xfrm>
          <a:prstGeom prst="rect">
            <a:avLst/>
          </a:prstGeom>
          <a:noFill/>
          <a:ln>
            <a:noFill/>
          </a:ln>
        </p:spPr>
      </p:sp>
      <p:sp>
        <p:nvSpPr>
          <p:cNvPr id="38" name="Google Shape;38;p4"/>
          <p:cNvSpPr txBox="1">
            <a:spLocks noGrp="1"/>
          </p:cNvSpPr>
          <p:nvPr>
            <p:ph type="title"/>
          </p:nvPr>
        </p:nvSpPr>
        <p:spPr>
          <a:xfrm>
            <a:off x="228675" y="3337800"/>
            <a:ext cx="2671800" cy="2133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a:endParaRPr/>
          </a:p>
        </p:txBody>
      </p:sp>
      <p:sp>
        <p:nvSpPr>
          <p:cNvPr id="39" name="Google Shape;39;p4"/>
          <p:cNvSpPr txBox="1">
            <a:spLocks noGrp="1"/>
          </p:cNvSpPr>
          <p:nvPr>
            <p:ph type="title" idx="5"/>
          </p:nvPr>
        </p:nvSpPr>
        <p:spPr>
          <a:xfrm>
            <a:off x="228675" y="3551100"/>
            <a:ext cx="2671800" cy="2133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a:endParaRPr/>
          </a:p>
        </p:txBody>
      </p:sp>
      <p:sp>
        <p:nvSpPr>
          <p:cNvPr id="40" name="Google Shape;40;p4"/>
          <p:cNvSpPr txBox="1">
            <a:spLocks noGrp="1"/>
          </p:cNvSpPr>
          <p:nvPr>
            <p:ph type="body" idx="1"/>
          </p:nvPr>
        </p:nvSpPr>
        <p:spPr>
          <a:xfrm>
            <a:off x="228675" y="4256750"/>
            <a:ext cx="2660100" cy="4269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Jost"/>
              <a:buChar char="●"/>
              <a:defRPr sz="1000"/>
            </a:lvl1pPr>
            <a:lvl2pPr marL="914400" lvl="1" indent="-292100">
              <a:spcBef>
                <a:spcPts val="0"/>
              </a:spcBef>
              <a:spcAft>
                <a:spcPts val="0"/>
              </a:spcAft>
              <a:buClr>
                <a:schemeClr val="dk1"/>
              </a:buClr>
              <a:buSzPts val="1000"/>
              <a:buFont typeface="Jost"/>
              <a:buChar char="○"/>
              <a:defRPr sz="1000"/>
            </a:lvl2pPr>
            <a:lvl3pPr marL="1371600" lvl="2" indent="-292100">
              <a:spcBef>
                <a:spcPts val="0"/>
              </a:spcBef>
              <a:spcAft>
                <a:spcPts val="0"/>
              </a:spcAft>
              <a:buClr>
                <a:schemeClr val="dk1"/>
              </a:buClr>
              <a:buSzPts val="1000"/>
              <a:buFont typeface="Jost"/>
              <a:buChar char="■"/>
              <a:defRPr sz="1000"/>
            </a:lvl3pPr>
            <a:lvl4pPr marL="1828800" lvl="3" indent="-292100">
              <a:spcBef>
                <a:spcPts val="0"/>
              </a:spcBef>
              <a:spcAft>
                <a:spcPts val="0"/>
              </a:spcAft>
              <a:buClr>
                <a:schemeClr val="dk1"/>
              </a:buClr>
              <a:buSzPts val="1000"/>
              <a:buFont typeface="Jost"/>
              <a:buChar char="●"/>
              <a:defRPr sz="1000"/>
            </a:lvl4pPr>
            <a:lvl5pPr marL="2286000" lvl="4" indent="-292100">
              <a:spcBef>
                <a:spcPts val="0"/>
              </a:spcBef>
              <a:spcAft>
                <a:spcPts val="0"/>
              </a:spcAft>
              <a:buClr>
                <a:schemeClr val="dk1"/>
              </a:buClr>
              <a:buSzPts val="1000"/>
              <a:buFont typeface="Jost"/>
              <a:buChar char="○"/>
              <a:defRPr sz="1000"/>
            </a:lvl5pPr>
            <a:lvl6pPr marL="2743200" lvl="5" indent="-292100">
              <a:spcBef>
                <a:spcPts val="0"/>
              </a:spcBef>
              <a:spcAft>
                <a:spcPts val="0"/>
              </a:spcAft>
              <a:buClr>
                <a:schemeClr val="dk1"/>
              </a:buClr>
              <a:buSzPts val="1000"/>
              <a:buFont typeface="Jost"/>
              <a:buChar char="■"/>
              <a:defRPr sz="1000"/>
            </a:lvl6pPr>
            <a:lvl7pPr marL="3200400" lvl="6" indent="-292100">
              <a:spcBef>
                <a:spcPts val="0"/>
              </a:spcBef>
              <a:spcAft>
                <a:spcPts val="0"/>
              </a:spcAft>
              <a:buClr>
                <a:schemeClr val="dk1"/>
              </a:buClr>
              <a:buSzPts val="1000"/>
              <a:buFont typeface="Jost"/>
              <a:buChar char="●"/>
              <a:defRPr sz="1000"/>
            </a:lvl7pPr>
            <a:lvl8pPr marL="3657600" lvl="7" indent="-292100">
              <a:spcBef>
                <a:spcPts val="0"/>
              </a:spcBef>
              <a:spcAft>
                <a:spcPts val="0"/>
              </a:spcAft>
              <a:buClr>
                <a:schemeClr val="dk1"/>
              </a:buClr>
              <a:buSzPts val="1000"/>
              <a:buFont typeface="Jost"/>
              <a:buChar char="○"/>
              <a:defRPr sz="1000"/>
            </a:lvl8pPr>
            <a:lvl9pPr marL="4114800" lvl="8" indent="-292100">
              <a:spcBef>
                <a:spcPts val="0"/>
              </a:spcBef>
              <a:spcAft>
                <a:spcPts val="0"/>
              </a:spcAft>
              <a:buClr>
                <a:schemeClr val="dk1"/>
              </a:buClr>
              <a:buSzPts val="1000"/>
              <a:buFont typeface="Jost"/>
              <a:buChar char="■"/>
              <a:defRPr sz="1000"/>
            </a:lvl9pPr>
          </a:lstStyle>
          <a:p>
            <a:endParaRPr/>
          </a:p>
        </p:txBody>
      </p:sp>
      <p:sp>
        <p:nvSpPr>
          <p:cNvPr id="41" name="Google Shape;41;p4"/>
          <p:cNvSpPr txBox="1">
            <a:spLocks noGrp="1"/>
          </p:cNvSpPr>
          <p:nvPr>
            <p:ph type="title" idx="6"/>
          </p:nvPr>
        </p:nvSpPr>
        <p:spPr>
          <a:xfrm>
            <a:off x="3235367" y="3337800"/>
            <a:ext cx="2671800" cy="2133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latin typeface="Figtree"/>
                <a:ea typeface="Figtree"/>
                <a:cs typeface="Figtree"/>
                <a:sym typeface="Figtree"/>
              </a:defRPr>
            </a:lvl2pPr>
            <a:lvl3pPr lvl="2">
              <a:spcBef>
                <a:spcPts val="0"/>
              </a:spcBef>
              <a:spcAft>
                <a:spcPts val="0"/>
              </a:spcAft>
              <a:buClr>
                <a:schemeClr val="dk1"/>
              </a:buClr>
              <a:buSzPts val="1200"/>
              <a:buFont typeface="Figtree"/>
              <a:buNone/>
              <a:defRPr sz="1200">
                <a:latin typeface="Figtree"/>
                <a:ea typeface="Figtree"/>
                <a:cs typeface="Figtree"/>
                <a:sym typeface="Figtree"/>
              </a:defRPr>
            </a:lvl3pPr>
            <a:lvl4pPr lvl="3">
              <a:spcBef>
                <a:spcPts val="0"/>
              </a:spcBef>
              <a:spcAft>
                <a:spcPts val="0"/>
              </a:spcAft>
              <a:buClr>
                <a:schemeClr val="dk1"/>
              </a:buClr>
              <a:buSzPts val="1200"/>
              <a:buFont typeface="Figtree"/>
              <a:buNone/>
              <a:defRPr sz="1200">
                <a:latin typeface="Figtree"/>
                <a:ea typeface="Figtree"/>
                <a:cs typeface="Figtree"/>
                <a:sym typeface="Figtree"/>
              </a:defRPr>
            </a:lvl4pPr>
            <a:lvl5pPr lvl="4">
              <a:spcBef>
                <a:spcPts val="0"/>
              </a:spcBef>
              <a:spcAft>
                <a:spcPts val="0"/>
              </a:spcAft>
              <a:buClr>
                <a:schemeClr val="dk1"/>
              </a:buClr>
              <a:buSzPts val="1200"/>
              <a:buFont typeface="Figtree"/>
              <a:buNone/>
              <a:defRPr sz="1200">
                <a:latin typeface="Figtree"/>
                <a:ea typeface="Figtree"/>
                <a:cs typeface="Figtree"/>
                <a:sym typeface="Figtree"/>
              </a:defRPr>
            </a:lvl5pPr>
            <a:lvl6pPr lvl="5">
              <a:spcBef>
                <a:spcPts val="0"/>
              </a:spcBef>
              <a:spcAft>
                <a:spcPts val="0"/>
              </a:spcAft>
              <a:buClr>
                <a:schemeClr val="dk1"/>
              </a:buClr>
              <a:buSzPts val="1200"/>
              <a:buFont typeface="Figtree"/>
              <a:buNone/>
              <a:defRPr sz="1200">
                <a:latin typeface="Figtree"/>
                <a:ea typeface="Figtree"/>
                <a:cs typeface="Figtree"/>
                <a:sym typeface="Figtree"/>
              </a:defRPr>
            </a:lvl6pPr>
            <a:lvl7pPr lvl="6">
              <a:spcBef>
                <a:spcPts val="0"/>
              </a:spcBef>
              <a:spcAft>
                <a:spcPts val="0"/>
              </a:spcAft>
              <a:buClr>
                <a:schemeClr val="dk1"/>
              </a:buClr>
              <a:buSzPts val="1200"/>
              <a:buFont typeface="Figtree"/>
              <a:buNone/>
              <a:defRPr sz="1200">
                <a:latin typeface="Figtree"/>
                <a:ea typeface="Figtree"/>
                <a:cs typeface="Figtree"/>
                <a:sym typeface="Figtree"/>
              </a:defRPr>
            </a:lvl7pPr>
            <a:lvl8pPr lvl="7">
              <a:spcBef>
                <a:spcPts val="0"/>
              </a:spcBef>
              <a:spcAft>
                <a:spcPts val="0"/>
              </a:spcAft>
              <a:buClr>
                <a:schemeClr val="dk1"/>
              </a:buClr>
              <a:buSzPts val="1200"/>
              <a:buFont typeface="Figtree"/>
              <a:buNone/>
              <a:defRPr sz="1200">
                <a:latin typeface="Figtree"/>
                <a:ea typeface="Figtree"/>
                <a:cs typeface="Figtree"/>
                <a:sym typeface="Figtree"/>
              </a:defRPr>
            </a:lvl8pPr>
            <a:lvl9pPr lvl="8">
              <a:spcBef>
                <a:spcPts val="0"/>
              </a:spcBef>
              <a:spcAft>
                <a:spcPts val="0"/>
              </a:spcAft>
              <a:buClr>
                <a:schemeClr val="dk1"/>
              </a:buClr>
              <a:buSzPts val="1200"/>
              <a:buFont typeface="Figtree"/>
              <a:buNone/>
              <a:defRPr sz="1200">
                <a:latin typeface="Figtree"/>
                <a:ea typeface="Figtree"/>
                <a:cs typeface="Figtree"/>
                <a:sym typeface="Figtree"/>
              </a:defRPr>
            </a:lvl9pPr>
          </a:lstStyle>
          <a:p>
            <a:endParaRPr/>
          </a:p>
        </p:txBody>
      </p:sp>
      <p:sp>
        <p:nvSpPr>
          <p:cNvPr id="42" name="Google Shape;42;p4"/>
          <p:cNvSpPr txBox="1">
            <a:spLocks noGrp="1"/>
          </p:cNvSpPr>
          <p:nvPr>
            <p:ph type="title" idx="7"/>
          </p:nvPr>
        </p:nvSpPr>
        <p:spPr>
          <a:xfrm>
            <a:off x="3235367" y="3551100"/>
            <a:ext cx="2671800" cy="2133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a:endParaRPr/>
          </a:p>
        </p:txBody>
      </p:sp>
      <p:sp>
        <p:nvSpPr>
          <p:cNvPr id="43" name="Google Shape;43;p4"/>
          <p:cNvSpPr txBox="1">
            <a:spLocks noGrp="1"/>
          </p:cNvSpPr>
          <p:nvPr>
            <p:ph type="body" idx="8"/>
          </p:nvPr>
        </p:nvSpPr>
        <p:spPr>
          <a:xfrm>
            <a:off x="3241214" y="4256750"/>
            <a:ext cx="2660100" cy="4269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Jost"/>
              <a:buChar char="●"/>
              <a:defRPr sz="1000"/>
            </a:lvl1pPr>
            <a:lvl2pPr marL="914400" lvl="1" indent="-292100">
              <a:spcBef>
                <a:spcPts val="0"/>
              </a:spcBef>
              <a:spcAft>
                <a:spcPts val="0"/>
              </a:spcAft>
              <a:buClr>
                <a:schemeClr val="dk1"/>
              </a:buClr>
              <a:buSzPts val="1000"/>
              <a:buFont typeface="Jost"/>
              <a:buChar char="○"/>
              <a:defRPr sz="1000"/>
            </a:lvl2pPr>
            <a:lvl3pPr marL="1371600" lvl="2" indent="-292100">
              <a:spcBef>
                <a:spcPts val="0"/>
              </a:spcBef>
              <a:spcAft>
                <a:spcPts val="0"/>
              </a:spcAft>
              <a:buClr>
                <a:schemeClr val="dk1"/>
              </a:buClr>
              <a:buSzPts val="1000"/>
              <a:buFont typeface="Jost"/>
              <a:buChar char="■"/>
              <a:defRPr sz="1000"/>
            </a:lvl3pPr>
            <a:lvl4pPr marL="1828800" lvl="3" indent="-292100">
              <a:spcBef>
                <a:spcPts val="0"/>
              </a:spcBef>
              <a:spcAft>
                <a:spcPts val="0"/>
              </a:spcAft>
              <a:buClr>
                <a:schemeClr val="dk1"/>
              </a:buClr>
              <a:buSzPts val="1000"/>
              <a:buFont typeface="Jost"/>
              <a:buChar char="●"/>
              <a:defRPr sz="1000"/>
            </a:lvl4pPr>
            <a:lvl5pPr marL="2286000" lvl="4" indent="-292100">
              <a:spcBef>
                <a:spcPts val="0"/>
              </a:spcBef>
              <a:spcAft>
                <a:spcPts val="0"/>
              </a:spcAft>
              <a:buClr>
                <a:schemeClr val="dk1"/>
              </a:buClr>
              <a:buSzPts val="1000"/>
              <a:buFont typeface="Jost"/>
              <a:buChar char="○"/>
              <a:defRPr sz="1000"/>
            </a:lvl5pPr>
            <a:lvl6pPr marL="2743200" lvl="5" indent="-292100">
              <a:spcBef>
                <a:spcPts val="0"/>
              </a:spcBef>
              <a:spcAft>
                <a:spcPts val="0"/>
              </a:spcAft>
              <a:buClr>
                <a:schemeClr val="dk1"/>
              </a:buClr>
              <a:buSzPts val="1000"/>
              <a:buFont typeface="Jost"/>
              <a:buChar char="■"/>
              <a:defRPr sz="1000"/>
            </a:lvl6pPr>
            <a:lvl7pPr marL="3200400" lvl="6" indent="-292100">
              <a:spcBef>
                <a:spcPts val="0"/>
              </a:spcBef>
              <a:spcAft>
                <a:spcPts val="0"/>
              </a:spcAft>
              <a:buClr>
                <a:schemeClr val="dk1"/>
              </a:buClr>
              <a:buSzPts val="1000"/>
              <a:buFont typeface="Jost"/>
              <a:buChar char="●"/>
              <a:defRPr sz="1000"/>
            </a:lvl7pPr>
            <a:lvl8pPr marL="3657600" lvl="7" indent="-292100">
              <a:spcBef>
                <a:spcPts val="0"/>
              </a:spcBef>
              <a:spcAft>
                <a:spcPts val="0"/>
              </a:spcAft>
              <a:buClr>
                <a:schemeClr val="dk1"/>
              </a:buClr>
              <a:buSzPts val="1000"/>
              <a:buFont typeface="Jost"/>
              <a:buChar char="○"/>
              <a:defRPr sz="1000"/>
            </a:lvl8pPr>
            <a:lvl9pPr marL="4114800" lvl="8" indent="-292100">
              <a:spcBef>
                <a:spcPts val="0"/>
              </a:spcBef>
              <a:spcAft>
                <a:spcPts val="0"/>
              </a:spcAft>
              <a:buClr>
                <a:schemeClr val="dk1"/>
              </a:buClr>
              <a:buSzPts val="1000"/>
              <a:buFont typeface="Jost"/>
              <a:buChar char="■"/>
              <a:defRPr sz="1000"/>
            </a:lvl9pPr>
          </a:lstStyle>
          <a:p>
            <a:endParaRPr/>
          </a:p>
        </p:txBody>
      </p:sp>
      <p:sp>
        <p:nvSpPr>
          <p:cNvPr id="44" name="Google Shape;44;p4"/>
          <p:cNvSpPr txBox="1">
            <a:spLocks noGrp="1"/>
          </p:cNvSpPr>
          <p:nvPr>
            <p:ph type="title" idx="9"/>
          </p:nvPr>
        </p:nvSpPr>
        <p:spPr>
          <a:xfrm>
            <a:off x="6279483" y="3337800"/>
            <a:ext cx="2671800" cy="2133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a:endParaRPr/>
          </a:p>
        </p:txBody>
      </p:sp>
      <p:sp>
        <p:nvSpPr>
          <p:cNvPr id="45" name="Google Shape;45;p4"/>
          <p:cNvSpPr txBox="1">
            <a:spLocks noGrp="1"/>
          </p:cNvSpPr>
          <p:nvPr>
            <p:ph type="title" idx="13"/>
          </p:nvPr>
        </p:nvSpPr>
        <p:spPr>
          <a:xfrm>
            <a:off x="6279483" y="3551100"/>
            <a:ext cx="2671800" cy="2133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a:endParaRPr/>
          </a:p>
        </p:txBody>
      </p:sp>
      <p:sp>
        <p:nvSpPr>
          <p:cNvPr id="46" name="Google Shape;46;p4"/>
          <p:cNvSpPr txBox="1">
            <a:spLocks noGrp="1"/>
          </p:cNvSpPr>
          <p:nvPr>
            <p:ph type="body" idx="14"/>
          </p:nvPr>
        </p:nvSpPr>
        <p:spPr>
          <a:xfrm>
            <a:off x="6285328" y="4256750"/>
            <a:ext cx="2660100" cy="4269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Jost"/>
              <a:buChar char="●"/>
              <a:defRPr sz="1000"/>
            </a:lvl1pPr>
            <a:lvl2pPr marL="914400" lvl="1" indent="-292100">
              <a:spcBef>
                <a:spcPts val="0"/>
              </a:spcBef>
              <a:spcAft>
                <a:spcPts val="0"/>
              </a:spcAft>
              <a:buClr>
                <a:schemeClr val="dk1"/>
              </a:buClr>
              <a:buSzPts val="1000"/>
              <a:buFont typeface="Jost"/>
              <a:buChar char="○"/>
              <a:defRPr sz="1000"/>
            </a:lvl2pPr>
            <a:lvl3pPr marL="1371600" lvl="2" indent="-292100">
              <a:spcBef>
                <a:spcPts val="0"/>
              </a:spcBef>
              <a:spcAft>
                <a:spcPts val="0"/>
              </a:spcAft>
              <a:buClr>
                <a:schemeClr val="dk1"/>
              </a:buClr>
              <a:buSzPts val="1000"/>
              <a:buFont typeface="Jost"/>
              <a:buChar char="■"/>
              <a:defRPr sz="1000"/>
            </a:lvl3pPr>
            <a:lvl4pPr marL="1828800" lvl="3" indent="-292100">
              <a:spcBef>
                <a:spcPts val="0"/>
              </a:spcBef>
              <a:spcAft>
                <a:spcPts val="0"/>
              </a:spcAft>
              <a:buClr>
                <a:schemeClr val="dk1"/>
              </a:buClr>
              <a:buSzPts val="1000"/>
              <a:buFont typeface="Jost"/>
              <a:buChar char="●"/>
              <a:defRPr sz="1000"/>
            </a:lvl4pPr>
            <a:lvl5pPr marL="2286000" lvl="4" indent="-292100">
              <a:spcBef>
                <a:spcPts val="0"/>
              </a:spcBef>
              <a:spcAft>
                <a:spcPts val="0"/>
              </a:spcAft>
              <a:buClr>
                <a:schemeClr val="dk1"/>
              </a:buClr>
              <a:buSzPts val="1000"/>
              <a:buFont typeface="Jost"/>
              <a:buChar char="○"/>
              <a:defRPr sz="1000"/>
            </a:lvl5pPr>
            <a:lvl6pPr marL="2743200" lvl="5" indent="-292100">
              <a:spcBef>
                <a:spcPts val="0"/>
              </a:spcBef>
              <a:spcAft>
                <a:spcPts val="0"/>
              </a:spcAft>
              <a:buClr>
                <a:schemeClr val="dk1"/>
              </a:buClr>
              <a:buSzPts val="1000"/>
              <a:buFont typeface="Jost"/>
              <a:buChar char="■"/>
              <a:defRPr sz="1000"/>
            </a:lvl6pPr>
            <a:lvl7pPr marL="3200400" lvl="6" indent="-292100">
              <a:spcBef>
                <a:spcPts val="0"/>
              </a:spcBef>
              <a:spcAft>
                <a:spcPts val="0"/>
              </a:spcAft>
              <a:buClr>
                <a:schemeClr val="dk1"/>
              </a:buClr>
              <a:buSzPts val="1000"/>
              <a:buFont typeface="Jost"/>
              <a:buChar char="●"/>
              <a:defRPr sz="1000"/>
            </a:lvl7pPr>
            <a:lvl8pPr marL="3657600" lvl="7" indent="-292100">
              <a:spcBef>
                <a:spcPts val="0"/>
              </a:spcBef>
              <a:spcAft>
                <a:spcPts val="0"/>
              </a:spcAft>
              <a:buClr>
                <a:schemeClr val="dk1"/>
              </a:buClr>
              <a:buSzPts val="1000"/>
              <a:buFont typeface="Jost"/>
              <a:buChar char="○"/>
              <a:defRPr sz="1000"/>
            </a:lvl8pPr>
            <a:lvl9pPr marL="4114800" lvl="8" indent="-292100">
              <a:spcBef>
                <a:spcPts val="0"/>
              </a:spcBef>
              <a:spcAft>
                <a:spcPts val="0"/>
              </a:spcAft>
              <a:buClr>
                <a:schemeClr val="dk1"/>
              </a:buClr>
              <a:buSzPts val="1000"/>
              <a:buFont typeface="Jost"/>
              <a:buChar char="■"/>
              <a:defRPr sz="10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he team - Alt 2">
  <p:cSld name="CUSTOM_11">
    <p:spTree>
      <p:nvGrpSpPr>
        <p:cNvPr id="1" name="Shape 47"/>
        <p:cNvGrpSpPr/>
        <p:nvPr/>
      </p:nvGrpSpPr>
      <p:grpSpPr>
        <a:xfrm>
          <a:off x="0" y="0"/>
          <a:ext cx="0" cy="0"/>
          <a:chOff x="0" y="0"/>
          <a:chExt cx="0" cy="0"/>
        </a:xfrm>
      </p:grpSpPr>
      <p:sp>
        <p:nvSpPr>
          <p:cNvPr id="48" name="Google Shape;48;p5"/>
          <p:cNvSpPr/>
          <p:nvPr/>
        </p:nvSpPr>
        <p:spPr>
          <a:xfrm rot="-2700000">
            <a:off x="1338758" y="-3230594"/>
            <a:ext cx="6464087" cy="6464087"/>
          </a:xfrm>
          <a:prstGeom prst="rtTriangle">
            <a:avLst/>
          </a:prstGeom>
          <a:gradFill>
            <a:gsLst>
              <a:gs pos="0">
                <a:schemeClr val="accent5"/>
              </a:gs>
              <a:gs pos="72000">
                <a:schemeClr val="lt1"/>
              </a:gs>
              <a:gs pos="100000">
                <a:schemeClr val="lt1"/>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Jost"/>
              <a:ea typeface="Jost"/>
              <a:cs typeface="Jost"/>
              <a:sym typeface="Jost"/>
            </a:endParaRPr>
          </a:p>
        </p:txBody>
      </p:sp>
      <p:sp>
        <p:nvSpPr>
          <p:cNvPr id="49" name="Google Shape;49;p5"/>
          <p:cNvSpPr txBox="1">
            <a:spLocks noGrp="1"/>
          </p:cNvSpPr>
          <p:nvPr>
            <p:ph type="title"/>
          </p:nvPr>
        </p:nvSpPr>
        <p:spPr>
          <a:xfrm>
            <a:off x="230075" y="58625"/>
            <a:ext cx="2500500" cy="172200"/>
          </a:xfrm>
          <a:prstGeom prst="rect">
            <a:avLst/>
          </a:prstGeom>
        </p:spPr>
        <p:txBody>
          <a:bodyPr spcFirstLastPara="1" wrap="square" lIns="0" tIns="0" rIns="0" bIns="0" anchor="ctr" anchorCtr="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a:endParaRPr/>
          </a:p>
        </p:txBody>
      </p:sp>
      <p:sp>
        <p:nvSpPr>
          <p:cNvPr id="50" name="Google Shape;50;p5"/>
          <p:cNvSpPr txBox="1">
            <a:spLocks noGrp="1"/>
          </p:cNvSpPr>
          <p:nvPr>
            <p:ph type="title" idx="2"/>
          </p:nvPr>
        </p:nvSpPr>
        <p:spPr>
          <a:xfrm>
            <a:off x="6414875" y="58625"/>
            <a:ext cx="2500500" cy="172200"/>
          </a:xfrm>
          <a:prstGeom prst="rect">
            <a:avLst/>
          </a:prstGeom>
        </p:spPr>
        <p:txBody>
          <a:bodyPr spcFirstLastPara="1" wrap="square" lIns="0" tIns="0" rIns="0" bIns="0" anchor="ctr" anchorCtr="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a:endParaRPr/>
          </a:p>
        </p:txBody>
      </p:sp>
      <p:sp>
        <p:nvSpPr>
          <p:cNvPr id="51" name="Google Shape;51;p5"/>
          <p:cNvSpPr txBox="1">
            <a:spLocks noGrp="1"/>
          </p:cNvSpPr>
          <p:nvPr>
            <p:ph type="title" idx="3"/>
          </p:nvPr>
        </p:nvSpPr>
        <p:spPr>
          <a:xfrm>
            <a:off x="228600" y="457200"/>
            <a:ext cx="6282300" cy="464700"/>
          </a:xfrm>
          <a:prstGeom prst="rect">
            <a:avLst/>
          </a:prstGeom>
        </p:spPr>
        <p:txBody>
          <a:bodyPr spcFirstLastPara="1" wrap="square" lIns="0" tIns="0" rIns="0" bIns="0" anchor="t" anchorCtr="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a:endParaRPr/>
          </a:p>
        </p:txBody>
      </p:sp>
      <p:sp>
        <p:nvSpPr>
          <p:cNvPr id="52" name="Google Shape;52;p5"/>
          <p:cNvSpPr txBox="1">
            <a:spLocks noGrp="1"/>
          </p:cNvSpPr>
          <p:nvPr>
            <p:ph type="title" idx="4"/>
          </p:nvPr>
        </p:nvSpPr>
        <p:spPr>
          <a:xfrm>
            <a:off x="339875" y="3589925"/>
            <a:ext cx="1225200" cy="172200"/>
          </a:xfrm>
          <a:prstGeom prst="rect">
            <a:avLst/>
          </a:prstGeom>
        </p:spPr>
        <p:txBody>
          <a:bodyPr spcFirstLastPara="1" wrap="square" lIns="0" tIns="0" rIns="91425" bIns="91425" anchor="t" anchorCtr="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a:endParaRPr/>
          </a:p>
        </p:txBody>
      </p:sp>
      <p:sp>
        <p:nvSpPr>
          <p:cNvPr id="53" name="Google Shape;53;p5"/>
          <p:cNvSpPr txBox="1">
            <a:spLocks noGrp="1"/>
          </p:cNvSpPr>
          <p:nvPr>
            <p:ph type="title" idx="5"/>
          </p:nvPr>
        </p:nvSpPr>
        <p:spPr>
          <a:xfrm>
            <a:off x="339875" y="4026125"/>
            <a:ext cx="1225200" cy="207600"/>
          </a:xfrm>
          <a:prstGeom prst="rect">
            <a:avLst/>
          </a:prstGeom>
        </p:spPr>
        <p:txBody>
          <a:bodyPr spcFirstLastPara="1" wrap="square" lIns="0" tIns="0" rIns="91425" bIns="91425" anchor="t" anchorCtr="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a:endParaRPr/>
          </a:p>
        </p:txBody>
      </p:sp>
      <p:sp>
        <p:nvSpPr>
          <p:cNvPr id="54" name="Google Shape;54;p5"/>
          <p:cNvSpPr txBox="1">
            <a:spLocks noGrp="1"/>
          </p:cNvSpPr>
          <p:nvPr>
            <p:ph type="title" idx="6"/>
          </p:nvPr>
        </p:nvSpPr>
        <p:spPr>
          <a:xfrm>
            <a:off x="1807977" y="3589925"/>
            <a:ext cx="1225200" cy="172200"/>
          </a:xfrm>
          <a:prstGeom prst="rect">
            <a:avLst/>
          </a:prstGeom>
        </p:spPr>
        <p:txBody>
          <a:bodyPr spcFirstLastPara="1" wrap="square" lIns="0" tIns="0" rIns="91425" bIns="91425" anchor="t" anchorCtr="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a:endParaRPr/>
          </a:p>
        </p:txBody>
      </p:sp>
      <p:sp>
        <p:nvSpPr>
          <p:cNvPr id="55" name="Google Shape;55;p5"/>
          <p:cNvSpPr txBox="1">
            <a:spLocks noGrp="1"/>
          </p:cNvSpPr>
          <p:nvPr>
            <p:ph type="title" idx="7"/>
          </p:nvPr>
        </p:nvSpPr>
        <p:spPr>
          <a:xfrm>
            <a:off x="1807977" y="4026125"/>
            <a:ext cx="1225200" cy="207600"/>
          </a:xfrm>
          <a:prstGeom prst="rect">
            <a:avLst/>
          </a:prstGeom>
        </p:spPr>
        <p:txBody>
          <a:bodyPr spcFirstLastPara="1" wrap="square" lIns="0" tIns="0" rIns="91425" bIns="91425" anchor="t" anchorCtr="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SzPts val="1200"/>
              <a:buFont typeface="Jost"/>
              <a:buNone/>
              <a:defRPr sz="1200">
                <a:latin typeface="Jost"/>
                <a:ea typeface="Jost"/>
                <a:cs typeface="Jost"/>
                <a:sym typeface="Jost"/>
              </a:defRPr>
            </a:lvl2pPr>
            <a:lvl3pPr lvl="2">
              <a:spcBef>
                <a:spcPts val="0"/>
              </a:spcBef>
              <a:spcAft>
                <a:spcPts val="0"/>
              </a:spcAft>
              <a:buSzPts val="1200"/>
              <a:buFont typeface="Jost"/>
              <a:buNone/>
              <a:defRPr sz="1200">
                <a:latin typeface="Jost"/>
                <a:ea typeface="Jost"/>
                <a:cs typeface="Jost"/>
                <a:sym typeface="Jost"/>
              </a:defRPr>
            </a:lvl3pPr>
            <a:lvl4pPr lvl="3">
              <a:spcBef>
                <a:spcPts val="0"/>
              </a:spcBef>
              <a:spcAft>
                <a:spcPts val="0"/>
              </a:spcAft>
              <a:buSzPts val="1200"/>
              <a:buFont typeface="Jost"/>
              <a:buNone/>
              <a:defRPr sz="1200">
                <a:latin typeface="Jost"/>
                <a:ea typeface="Jost"/>
                <a:cs typeface="Jost"/>
                <a:sym typeface="Jost"/>
              </a:defRPr>
            </a:lvl4pPr>
            <a:lvl5pPr lvl="4">
              <a:spcBef>
                <a:spcPts val="0"/>
              </a:spcBef>
              <a:spcAft>
                <a:spcPts val="0"/>
              </a:spcAft>
              <a:buSzPts val="1200"/>
              <a:buFont typeface="Jost"/>
              <a:buNone/>
              <a:defRPr sz="1200">
                <a:latin typeface="Jost"/>
                <a:ea typeface="Jost"/>
                <a:cs typeface="Jost"/>
                <a:sym typeface="Jost"/>
              </a:defRPr>
            </a:lvl5pPr>
            <a:lvl6pPr lvl="5">
              <a:spcBef>
                <a:spcPts val="0"/>
              </a:spcBef>
              <a:spcAft>
                <a:spcPts val="0"/>
              </a:spcAft>
              <a:buSzPts val="1200"/>
              <a:buFont typeface="Jost"/>
              <a:buNone/>
              <a:defRPr sz="1200">
                <a:latin typeface="Jost"/>
                <a:ea typeface="Jost"/>
                <a:cs typeface="Jost"/>
                <a:sym typeface="Jost"/>
              </a:defRPr>
            </a:lvl6pPr>
            <a:lvl7pPr lvl="6">
              <a:spcBef>
                <a:spcPts val="0"/>
              </a:spcBef>
              <a:spcAft>
                <a:spcPts val="0"/>
              </a:spcAft>
              <a:buSzPts val="1200"/>
              <a:buFont typeface="Jost"/>
              <a:buNone/>
              <a:defRPr sz="1200">
                <a:latin typeface="Jost"/>
                <a:ea typeface="Jost"/>
                <a:cs typeface="Jost"/>
                <a:sym typeface="Jost"/>
              </a:defRPr>
            </a:lvl7pPr>
            <a:lvl8pPr lvl="7">
              <a:spcBef>
                <a:spcPts val="0"/>
              </a:spcBef>
              <a:spcAft>
                <a:spcPts val="0"/>
              </a:spcAft>
              <a:buSzPts val="1200"/>
              <a:buFont typeface="Jost"/>
              <a:buNone/>
              <a:defRPr sz="1200">
                <a:latin typeface="Jost"/>
                <a:ea typeface="Jost"/>
                <a:cs typeface="Jost"/>
                <a:sym typeface="Jost"/>
              </a:defRPr>
            </a:lvl8pPr>
            <a:lvl9pPr lvl="8">
              <a:spcBef>
                <a:spcPts val="0"/>
              </a:spcBef>
              <a:spcAft>
                <a:spcPts val="0"/>
              </a:spcAft>
              <a:buSzPts val="1200"/>
              <a:buFont typeface="Jost"/>
              <a:buNone/>
              <a:defRPr sz="1200">
                <a:latin typeface="Jost"/>
                <a:ea typeface="Jost"/>
                <a:cs typeface="Jost"/>
                <a:sym typeface="Jost"/>
              </a:defRPr>
            </a:lvl9pPr>
          </a:lstStyle>
          <a:p>
            <a:endParaRPr/>
          </a:p>
        </p:txBody>
      </p:sp>
      <p:sp>
        <p:nvSpPr>
          <p:cNvPr id="56" name="Google Shape;56;p5"/>
          <p:cNvSpPr txBox="1">
            <a:spLocks noGrp="1"/>
          </p:cNvSpPr>
          <p:nvPr>
            <p:ph type="title" idx="8"/>
          </p:nvPr>
        </p:nvSpPr>
        <p:spPr>
          <a:xfrm>
            <a:off x="3275545" y="3589925"/>
            <a:ext cx="1225200" cy="172200"/>
          </a:xfrm>
          <a:prstGeom prst="rect">
            <a:avLst/>
          </a:prstGeom>
        </p:spPr>
        <p:txBody>
          <a:bodyPr spcFirstLastPara="1" wrap="square" lIns="0" tIns="0" rIns="91425" bIns="91425" anchor="t" anchorCtr="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a:endParaRPr/>
          </a:p>
        </p:txBody>
      </p:sp>
      <p:sp>
        <p:nvSpPr>
          <p:cNvPr id="57" name="Google Shape;57;p5"/>
          <p:cNvSpPr txBox="1">
            <a:spLocks noGrp="1"/>
          </p:cNvSpPr>
          <p:nvPr>
            <p:ph type="title" idx="9"/>
          </p:nvPr>
        </p:nvSpPr>
        <p:spPr>
          <a:xfrm>
            <a:off x="3275545" y="4026125"/>
            <a:ext cx="1225200" cy="207600"/>
          </a:xfrm>
          <a:prstGeom prst="rect">
            <a:avLst/>
          </a:prstGeom>
        </p:spPr>
        <p:txBody>
          <a:bodyPr spcFirstLastPara="1" wrap="square" lIns="0" tIns="0" rIns="91425" bIns="91425" anchor="t" anchorCtr="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a:endParaRPr/>
          </a:p>
        </p:txBody>
      </p:sp>
      <p:sp>
        <p:nvSpPr>
          <p:cNvPr id="58" name="Google Shape;58;p5"/>
          <p:cNvSpPr txBox="1">
            <a:spLocks noGrp="1"/>
          </p:cNvSpPr>
          <p:nvPr>
            <p:ph type="title" idx="13"/>
          </p:nvPr>
        </p:nvSpPr>
        <p:spPr>
          <a:xfrm>
            <a:off x="4743373" y="3589925"/>
            <a:ext cx="1225200" cy="172200"/>
          </a:xfrm>
          <a:prstGeom prst="rect">
            <a:avLst/>
          </a:prstGeom>
        </p:spPr>
        <p:txBody>
          <a:bodyPr spcFirstLastPara="1" wrap="square" lIns="0" tIns="0" rIns="91425" bIns="91425" anchor="t" anchorCtr="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a:endParaRPr/>
          </a:p>
        </p:txBody>
      </p:sp>
      <p:sp>
        <p:nvSpPr>
          <p:cNvPr id="59" name="Google Shape;59;p5"/>
          <p:cNvSpPr txBox="1">
            <a:spLocks noGrp="1"/>
          </p:cNvSpPr>
          <p:nvPr>
            <p:ph type="title" idx="14"/>
          </p:nvPr>
        </p:nvSpPr>
        <p:spPr>
          <a:xfrm>
            <a:off x="4743373" y="4026125"/>
            <a:ext cx="1225200" cy="207600"/>
          </a:xfrm>
          <a:prstGeom prst="rect">
            <a:avLst/>
          </a:prstGeom>
        </p:spPr>
        <p:txBody>
          <a:bodyPr spcFirstLastPara="1" wrap="square" lIns="0" tIns="0" rIns="91425" bIns="91425" anchor="t" anchorCtr="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a:endParaRPr/>
          </a:p>
        </p:txBody>
      </p:sp>
      <p:sp>
        <p:nvSpPr>
          <p:cNvPr id="60" name="Google Shape;60;p5"/>
          <p:cNvSpPr txBox="1">
            <a:spLocks noGrp="1"/>
          </p:cNvSpPr>
          <p:nvPr>
            <p:ph type="title" idx="15"/>
          </p:nvPr>
        </p:nvSpPr>
        <p:spPr>
          <a:xfrm>
            <a:off x="6205996" y="3589925"/>
            <a:ext cx="1225200" cy="172200"/>
          </a:xfrm>
          <a:prstGeom prst="rect">
            <a:avLst/>
          </a:prstGeom>
        </p:spPr>
        <p:txBody>
          <a:bodyPr spcFirstLastPara="1" wrap="square" lIns="0" tIns="0" rIns="91425" bIns="91425" anchor="t" anchorCtr="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a:endParaRPr/>
          </a:p>
        </p:txBody>
      </p:sp>
      <p:sp>
        <p:nvSpPr>
          <p:cNvPr id="61" name="Google Shape;61;p5"/>
          <p:cNvSpPr txBox="1">
            <a:spLocks noGrp="1"/>
          </p:cNvSpPr>
          <p:nvPr>
            <p:ph type="title" idx="16"/>
          </p:nvPr>
        </p:nvSpPr>
        <p:spPr>
          <a:xfrm>
            <a:off x="6205996" y="4026125"/>
            <a:ext cx="1225200" cy="207600"/>
          </a:xfrm>
          <a:prstGeom prst="rect">
            <a:avLst/>
          </a:prstGeom>
        </p:spPr>
        <p:txBody>
          <a:bodyPr spcFirstLastPara="1" wrap="square" lIns="0" tIns="0" rIns="91425" bIns="91425" anchor="t" anchorCtr="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a:endParaRPr/>
          </a:p>
        </p:txBody>
      </p:sp>
      <p:sp>
        <p:nvSpPr>
          <p:cNvPr id="62" name="Google Shape;62;p5"/>
          <p:cNvSpPr txBox="1">
            <a:spLocks noGrp="1"/>
          </p:cNvSpPr>
          <p:nvPr>
            <p:ph type="title" idx="17"/>
          </p:nvPr>
        </p:nvSpPr>
        <p:spPr>
          <a:xfrm>
            <a:off x="7683660" y="3589925"/>
            <a:ext cx="1225200" cy="172200"/>
          </a:xfrm>
          <a:prstGeom prst="rect">
            <a:avLst/>
          </a:prstGeom>
        </p:spPr>
        <p:txBody>
          <a:bodyPr spcFirstLastPara="1" wrap="square" lIns="0" tIns="0" rIns="91425" bIns="91425" anchor="t" anchorCtr="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a:endParaRPr/>
          </a:p>
        </p:txBody>
      </p:sp>
      <p:sp>
        <p:nvSpPr>
          <p:cNvPr id="63" name="Google Shape;63;p5"/>
          <p:cNvSpPr txBox="1">
            <a:spLocks noGrp="1"/>
          </p:cNvSpPr>
          <p:nvPr>
            <p:ph type="title" idx="18"/>
          </p:nvPr>
        </p:nvSpPr>
        <p:spPr>
          <a:xfrm>
            <a:off x="7683660" y="4026125"/>
            <a:ext cx="1225200" cy="207600"/>
          </a:xfrm>
          <a:prstGeom prst="rect">
            <a:avLst/>
          </a:prstGeom>
        </p:spPr>
        <p:txBody>
          <a:bodyPr spcFirstLastPara="1" wrap="square" lIns="0" tIns="0" rIns="91425" bIns="91425" anchor="t" anchorCtr="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a:endParaRPr/>
          </a:p>
        </p:txBody>
      </p:sp>
      <p:sp>
        <p:nvSpPr>
          <p:cNvPr id="64" name="Google Shape;64;p5"/>
          <p:cNvSpPr>
            <a:spLocks noGrp="1"/>
          </p:cNvSpPr>
          <p:nvPr>
            <p:ph type="pic" idx="19"/>
          </p:nvPr>
        </p:nvSpPr>
        <p:spPr>
          <a:xfrm>
            <a:off x="1726022" y="1991825"/>
            <a:ext cx="1288500" cy="1363800"/>
          </a:xfrm>
          <a:prstGeom prst="roundRect">
            <a:avLst>
              <a:gd name="adj" fmla="val 6764"/>
            </a:avLst>
          </a:prstGeom>
          <a:noFill/>
          <a:ln>
            <a:noFill/>
          </a:ln>
        </p:spPr>
      </p:sp>
      <p:sp>
        <p:nvSpPr>
          <p:cNvPr id="65" name="Google Shape;65;p5"/>
          <p:cNvSpPr>
            <a:spLocks noGrp="1"/>
          </p:cNvSpPr>
          <p:nvPr>
            <p:ph type="pic" idx="20"/>
          </p:nvPr>
        </p:nvSpPr>
        <p:spPr>
          <a:xfrm>
            <a:off x="3194345" y="1991825"/>
            <a:ext cx="1288500" cy="1363800"/>
          </a:xfrm>
          <a:prstGeom prst="roundRect">
            <a:avLst>
              <a:gd name="adj" fmla="val 6764"/>
            </a:avLst>
          </a:prstGeom>
          <a:noFill/>
          <a:ln>
            <a:noFill/>
          </a:ln>
        </p:spPr>
      </p:sp>
      <p:sp>
        <p:nvSpPr>
          <p:cNvPr id="66" name="Google Shape;66;p5"/>
          <p:cNvSpPr>
            <a:spLocks noGrp="1"/>
          </p:cNvSpPr>
          <p:nvPr>
            <p:ph type="pic" idx="21"/>
          </p:nvPr>
        </p:nvSpPr>
        <p:spPr>
          <a:xfrm>
            <a:off x="4662668" y="1991825"/>
            <a:ext cx="1288500" cy="1363800"/>
          </a:xfrm>
          <a:prstGeom prst="roundRect">
            <a:avLst>
              <a:gd name="adj" fmla="val 6764"/>
            </a:avLst>
          </a:prstGeom>
          <a:noFill/>
          <a:ln>
            <a:noFill/>
          </a:ln>
        </p:spPr>
      </p:sp>
      <p:sp>
        <p:nvSpPr>
          <p:cNvPr id="67" name="Google Shape;67;p5"/>
          <p:cNvSpPr>
            <a:spLocks noGrp="1"/>
          </p:cNvSpPr>
          <p:nvPr>
            <p:ph type="pic" idx="22"/>
          </p:nvPr>
        </p:nvSpPr>
        <p:spPr>
          <a:xfrm>
            <a:off x="6130990" y="1991825"/>
            <a:ext cx="1288500" cy="1363800"/>
          </a:xfrm>
          <a:prstGeom prst="roundRect">
            <a:avLst>
              <a:gd name="adj" fmla="val 6764"/>
            </a:avLst>
          </a:prstGeom>
          <a:noFill/>
          <a:ln>
            <a:noFill/>
          </a:ln>
        </p:spPr>
      </p:sp>
      <p:sp>
        <p:nvSpPr>
          <p:cNvPr id="68" name="Google Shape;68;p5"/>
          <p:cNvSpPr>
            <a:spLocks noGrp="1"/>
          </p:cNvSpPr>
          <p:nvPr>
            <p:ph type="pic" idx="23"/>
          </p:nvPr>
        </p:nvSpPr>
        <p:spPr>
          <a:xfrm>
            <a:off x="7599313" y="1991825"/>
            <a:ext cx="1288500" cy="1363800"/>
          </a:xfrm>
          <a:prstGeom prst="roundRect">
            <a:avLst>
              <a:gd name="adj" fmla="val 6764"/>
            </a:avLst>
          </a:prstGeom>
          <a:noFill/>
          <a:ln>
            <a:noFill/>
          </a:ln>
        </p:spPr>
      </p:sp>
      <p:sp>
        <p:nvSpPr>
          <p:cNvPr id="69" name="Google Shape;69;p5"/>
          <p:cNvSpPr>
            <a:spLocks noGrp="1"/>
          </p:cNvSpPr>
          <p:nvPr>
            <p:ph type="pic" idx="24"/>
          </p:nvPr>
        </p:nvSpPr>
        <p:spPr>
          <a:xfrm>
            <a:off x="257700" y="1991825"/>
            <a:ext cx="1288500" cy="1363800"/>
          </a:xfrm>
          <a:prstGeom prst="roundRect">
            <a:avLst>
              <a:gd name="adj" fmla="val 6764"/>
            </a:avLst>
          </a:prstGeom>
          <a:no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 Alt 1">
  <p:cSld name="CUSTOM_8_1_1_1_1">
    <p:spTree>
      <p:nvGrpSpPr>
        <p:cNvPr id="1" name="Shape 70"/>
        <p:cNvGrpSpPr/>
        <p:nvPr/>
      </p:nvGrpSpPr>
      <p:grpSpPr>
        <a:xfrm>
          <a:off x="0" y="0"/>
          <a:ext cx="0" cy="0"/>
          <a:chOff x="0" y="0"/>
          <a:chExt cx="0" cy="0"/>
        </a:xfrm>
      </p:grpSpPr>
      <p:sp>
        <p:nvSpPr>
          <p:cNvPr id="71" name="Google Shape;71;p6"/>
          <p:cNvSpPr txBox="1">
            <a:spLocks noGrp="1"/>
          </p:cNvSpPr>
          <p:nvPr>
            <p:ph type="title"/>
          </p:nvPr>
        </p:nvSpPr>
        <p:spPr>
          <a:xfrm>
            <a:off x="230075" y="58625"/>
            <a:ext cx="2500500" cy="172200"/>
          </a:xfrm>
          <a:prstGeom prst="rect">
            <a:avLst/>
          </a:prstGeom>
        </p:spPr>
        <p:txBody>
          <a:bodyPr spcFirstLastPara="1" wrap="square" lIns="0" tIns="0" rIns="0" bIns="0" anchor="ctr" anchorCtr="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72" name="Google Shape;72;p6"/>
          <p:cNvSpPr txBox="1">
            <a:spLocks noGrp="1"/>
          </p:cNvSpPr>
          <p:nvPr>
            <p:ph type="title" idx="2"/>
          </p:nvPr>
        </p:nvSpPr>
        <p:spPr>
          <a:xfrm>
            <a:off x="6414875" y="58625"/>
            <a:ext cx="2500500" cy="172200"/>
          </a:xfrm>
          <a:prstGeom prst="rect">
            <a:avLst/>
          </a:prstGeom>
        </p:spPr>
        <p:txBody>
          <a:bodyPr spcFirstLastPara="1" wrap="square" lIns="0" tIns="0" rIns="0" bIns="0" anchor="ctr" anchorCtr="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73" name="Google Shape;73;p6"/>
          <p:cNvSpPr txBox="1">
            <a:spLocks noGrp="1"/>
          </p:cNvSpPr>
          <p:nvPr>
            <p:ph type="title" idx="3"/>
          </p:nvPr>
        </p:nvSpPr>
        <p:spPr>
          <a:xfrm>
            <a:off x="228600" y="457200"/>
            <a:ext cx="4296600" cy="464700"/>
          </a:xfrm>
          <a:prstGeom prst="rect">
            <a:avLst/>
          </a:prstGeom>
        </p:spPr>
        <p:txBody>
          <a:bodyPr spcFirstLastPara="1" wrap="square" lIns="0" tIns="0" rIns="0" bIns="0" anchor="t" anchorCtr="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tatement - Alt 1">
  <p:cSld name="CUSTOM_8_1_1_1_1_1_1_1_1_1_1_1_1_1_1_1_1_1_1_1">
    <p:spTree>
      <p:nvGrpSpPr>
        <p:cNvPr id="1" name="Shape 74"/>
        <p:cNvGrpSpPr/>
        <p:nvPr/>
      </p:nvGrpSpPr>
      <p:grpSpPr>
        <a:xfrm>
          <a:off x="0" y="0"/>
          <a:ext cx="0" cy="0"/>
          <a:chOff x="0" y="0"/>
          <a:chExt cx="0" cy="0"/>
        </a:xfrm>
      </p:grpSpPr>
      <p:sp>
        <p:nvSpPr>
          <p:cNvPr id="75" name="Google Shape;75;p7"/>
          <p:cNvSpPr/>
          <p:nvPr/>
        </p:nvSpPr>
        <p:spPr>
          <a:xfrm>
            <a:off x="0" y="0"/>
            <a:ext cx="2406900" cy="2406900"/>
          </a:xfrm>
          <a:prstGeom prst="rect">
            <a:avLst/>
          </a:prstGeom>
          <a:gradFill>
            <a:gsLst>
              <a:gs pos="0">
                <a:schemeClr val="lt2"/>
              </a:gs>
              <a:gs pos="72000">
                <a:schemeClr val="lt1"/>
              </a:gs>
              <a:gs pos="100000">
                <a:schemeClr val="lt1"/>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Figtree"/>
              <a:ea typeface="Figtree"/>
              <a:cs typeface="Figtree"/>
              <a:sym typeface="Figtree"/>
            </a:endParaRPr>
          </a:p>
        </p:txBody>
      </p:sp>
      <p:sp>
        <p:nvSpPr>
          <p:cNvPr id="76" name="Google Shape;76;p7"/>
          <p:cNvSpPr txBox="1">
            <a:spLocks noGrp="1"/>
          </p:cNvSpPr>
          <p:nvPr>
            <p:ph type="title"/>
          </p:nvPr>
        </p:nvSpPr>
        <p:spPr>
          <a:xfrm>
            <a:off x="230075" y="58625"/>
            <a:ext cx="2500500" cy="172200"/>
          </a:xfrm>
          <a:prstGeom prst="rect">
            <a:avLst/>
          </a:prstGeom>
        </p:spPr>
        <p:txBody>
          <a:bodyPr spcFirstLastPara="1" wrap="square" lIns="0" tIns="0" rIns="0" bIns="0" anchor="ctr" anchorCtr="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77" name="Google Shape;77;p7"/>
          <p:cNvSpPr txBox="1">
            <a:spLocks noGrp="1"/>
          </p:cNvSpPr>
          <p:nvPr>
            <p:ph type="title" idx="2"/>
          </p:nvPr>
        </p:nvSpPr>
        <p:spPr>
          <a:xfrm>
            <a:off x="228600" y="457200"/>
            <a:ext cx="3432600" cy="464700"/>
          </a:xfrm>
          <a:prstGeom prst="rect">
            <a:avLst/>
          </a:prstGeom>
        </p:spPr>
        <p:txBody>
          <a:bodyPr spcFirstLastPara="1" wrap="square" lIns="0" tIns="0" rIns="0" bIns="0" anchor="t" anchorCtr="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a:endParaRPr/>
          </a:p>
        </p:txBody>
      </p:sp>
      <p:pic>
        <p:nvPicPr>
          <p:cNvPr id="78" name="Google Shape;78;p7" descr="Free Images : landscape, nature, horizon, mountain, sky, night ..."/>
          <p:cNvPicPr preferRelativeResize="0"/>
          <p:nvPr/>
        </p:nvPicPr>
        <p:blipFill rotWithShape="1">
          <a:blip r:embed="rId2">
            <a:alphaModFix/>
          </a:blip>
          <a:srcRect l="23232" r="29975"/>
          <a:stretch/>
        </p:blipFill>
        <p:spPr>
          <a:xfrm>
            <a:off x="7541887" y="0"/>
            <a:ext cx="1604076" cy="5143501"/>
          </a:xfrm>
          <a:prstGeom prst="rect">
            <a:avLst/>
          </a:prstGeom>
          <a:noFill/>
          <a:ln>
            <a:noFill/>
          </a:ln>
        </p:spPr>
      </p:pic>
      <p:sp>
        <p:nvSpPr>
          <p:cNvPr id="79" name="Google Shape;79;p7"/>
          <p:cNvSpPr txBox="1">
            <a:spLocks noGrp="1"/>
          </p:cNvSpPr>
          <p:nvPr>
            <p:ph type="subTitle" idx="1"/>
          </p:nvPr>
        </p:nvSpPr>
        <p:spPr>
          <a:xfrm>
            <a:off x="228950" y="1419750"/>
            <a:ext cx="5154900" cy="2288100"/>
          </a:xfrm>
          <a:prstGeom prst="rect">
            <a:avLst/>
          </a:prstGeom>
        </p:spPr>
        <p:txBody>
          <a:bodyPr spcFirstLastPara="1" wrap="square" lIns="0" tIns="0" rIns="0" bIns="0" anchor="t" anchorCtr="0">
            <a:spAutoFit/>
          </a:bodyPr>
          <a:lstStyle>
            <a:lvl1pPr lvl="0">
              <a:spcBef>
                <a:spcPts val="0"/>
              </a:spcBef>
              <a:spcAft>
                <a:spcPts val="0"/>
              </a:spcAft>
              <a:buNone/>
              <a:defRPr sz="3600"/>
            </a:lvl1pPr>
            <a:lvl2pPr lvl="1">
              <a:spcBef>
                <a:spcPts val="0"/>
              </a:spcBef>
              <a:spcAft>
                <a:spcPts val="0"/>
              </a:spcAft>
              <a:buNone/>
              <a:defRPr sz="3600"/>
            </a:lvl2pPr>
            <a:lvl3pPr lvl="2">
              <a:spcBef>
                <a:spcPts val="0"/>
              </a:spcBef>
              <a:spcAft>
                <a:spcPts val="0"/>
              </a:spcAft>
              <a:buNone/>
              <a:defRPr sz="3600"/>
            </a:lvl3pPr>
            <a:lvl4pPr lvl="3">
              <a:spcBef>
                <a:spcPts val="0"/>
              </a:spcBef>
              <a:spcAft>
                <a:spcPts val="0"/>
              </a:spcAft>
              <a:buNone/>
              <a:defRPr sz="3600"/>
            </a:lvl4pPr>
            <a:lvl5pPr lvl="4">
              <a:spcBef>
                <a:spcPts val="0"/>
              </a:spcBef>
              <a:spcAft>
                <a:spcPts val="0"/>
              </a:spcAft>
              <a:buNone/>
              <a:defRPr sz="3600"/>
            </a:lvl5pPr>
            <a:lvl6pPr lvl="5">
              <a:spcBef>
                <a:spcPts val="0"/>
              </a:spcBef>
              <a:spcAft>
                <a:spcPts val="0"/>
              </a:spcAft>
              <a:buNone/>
              <a:defRPr sz="3600"/>
            </a:lvl6pPr>
            <a:lvl7pPr lvl="6">
              <a:spcBef>
                <a:spcPts val="0"/>
              </a:spcBef>
              <a:spcAft>
                <a:spcPts val="0"/>
              </a:spcAft>
              <a:buNone/>
              <a:defRPr sz="3600"/>
            </a:lvl7pPr>
            <a:lvl8pPr lvl="7">
              <a:spcBef>
                <a:spcPts val="0"/>
              </a:spcBef>
              <a:spcAft>
                <a:spcPts val="0"/>
              </a:spcAft>
              <a:buNone/>
              <a:defRPr sz="3600"/>
            </a:lvl8pPr>
            <a:lvl9pPr lvl="8">
              <a:spcBef>
                <a:spcPts val="0"/>
              </a:spcBef>
              <a:spcAft>
                <a:spcPts val="0"/>
              </a:spcAft>
              <a:buNone/>
              <a:defRPr sz="3600"/>
            </a:lvl9pPr>
          </a:lstStyle>
          <a:p>
            <a:endParaRPr/>
          </a:p>
        </p:txBody>
      </p:sp>
      <p:sp>
        <p:nvSpPr>
          <p:cNvPr id="80" name="Google Shape;80;p7"/>
          <p:cNvSpPr/>
          <p:nvPr/>
        </p:nvSpPr>
        <p:spPr>
          <a:xfrm>
            <a:off x="6077650" y="0"/>
            <a:ext cx="1462200" cy="5143500"/>
          </a:xfrm>
          <a:prstGeom prst="rect">
            <a:avLst/>
          </a:prstGeom>
          <a:gradFill>
            <a:gsLst>
              <a:gs pos="0">
                <a:schemeClr val="accent5"/>
              </a:gs>
              <a:gs pos="100000">
                <a:schemeClr val="lt2"/>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Figtree"/>
              <a:ea typeface="Figtree"/>
              <a:cs typeface="Figtree"/>
              <a:sym typeface="Figtree"/>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Quote - Alt 1">
  <p:cSld name="CUSTOM_8_1_1_1_1_1_1_1_1_1_1_1_1_1_1_1_1_1_1_1_1">
    <p:spTree>
      <p:nvGrpSpPr>
        <p:cNvPr id="1" name="Shape 81"/>
        <p:cNvGrpSpPr/>
        <p:nvPr/>
      </p:nvGrpSpPr>
      <p:grpSpPr>
        <a:xfrm>
          <a:off x="0" y="0"/>
          <a:ext cx="0" cy="0"/>
          <a:chOff x="0" y="0"/>
          <a:chExt cx="0" cy="0"/>
        </a:xfrm>
      </p:grpSpPr>
      <p:sp>
        <p:nvSpPr>
          <p:cNvPr id="82" name="Google Shape;82;p8"/>
          <p:cNvSpPr/>
          <p:nvPr/>
        </p:nvSpPr>
        <p:spPr>
          <a:xfrm>
            <a:off x="0" y="0"/>
            <a:ext cx="3776100" cy="3776100"/>
          </a:xfrm>
          <a:prstGeom prst="rect">
            <a:avLst/>
          </a:prstGeom>
          <a:gradFill>
            <a:gsLst>
              <a:gs pos="0">
                <a:schemeClr val="accent6"/>
              </a:gs>
              <a:gs pos="72000">
                <a:schemeClr val="lt1"/>
              </a:gs>
              <a:gs pos="100000">
                <a:schemeClr val="lt1"/>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Figtree"/>
              <a:ea typeface="Figtree"/>
              <a:cs typeface="Figtree"/>
              <a:sym typeface="Figtree"/>
            </a:endParaRPr>
          </a:p>
        </p:txBody>
      </p:sp>
      <p:sp>
        <p:nvSpPr>
          <p:cNvPr id="83" name="Google Shape;83;p8"/>
          <p:cNvSpPr/>
          <p:nvPr/>
        </p:nvSpPr>
        <p:spPr>
          <a:xfrm rot="10800000">
            <a:off x="3156575" y="250"/>
            <a:ext cx="5983500" cy="5147700"/>
          </a:xfrm>
          <a:prstGeom prst="rect">
            <a:avLst/>
          </a:prstGeom>
          <a:gradFill>
            <a:gsLst>
              <a:gs pos="0">
                <a:schemeClr val="accent6"/>
              </a:gs>
              <a:gs pos="100000">
                <a:schemeClr val="lt2"/>
              </a:gs>
            </a:gsLst>
            <a:lin ang="54007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Figtree"/>
              <a:ea typeface="Figtree"/>
              <a:cs typeface="Figtree"/>
              <a:sym typeface="Figtree"/>
            </a:endParaRPr>
          </a:p>
        </p:txBody>
      </p:sp>
      <p:sp>
        <p:nvSpPr>
          <p:cNvPr id="84" name="Google Shape;84;p8"/>
          <p:cNvSpPr txBox="1"/>
          <p:nvPr/>
        </p:nvSpPr>
        <p:spPr>
          <a:xfrm>
            <a:off x="4102943" y="1042306"/>
            <a:ext cx="558600" cy="368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7200" b="1">
                <a:solidFill>
                  <a:schemeClr val="dk1"/>
                </a:solidFill>
                <a:latin typeface="Figtree"/>
                <a:ea typeface="Figtree"/>
                <a:cs typeface="Figtree"/>
                <a:sym typeface="Figtree"/>
              </a:rPr>
              <a:t>“</a:t>
            </a:r>
            <a:endParaRPr sz="7200" b="1">
              <a:solidFill>
                <a:schemeClr val="dk1"/>
              </a:solidFill>
              <a:latin typeface="Figtree"/>
              <a:ea typeface="Figtree"/>
              <a:cs typeface="Figtree"/>
              <a:sym typeface="Figtree"/>
            </a:endParaRPr>
          </a:p>
        </p:txBody>
      </p:sp>
      <p:sp>
        <p:nvSpPr>
          <p:cNvPr id="85" name="Google Shape;85;p8"/>
          <p:cNvSpPr txBox="1">
            <a:spLocks noGrp="1"/>
          </p:cNvSpPr>
          <p:nvPr>
            <p:ph type="title"/>
          </p:nvPr>
        </p:nvSpPr>
        <p:spPr>
          <a:xfrm>
            <a:off x="230075" y="58625"/>
            <a:ext cx="2500500" cy="172200"/>
          </a:xfrm>
          <a:prstGeom prst="rect">
            <a:avLst/>
          </a:prstGeom>
        </p:spPr>
        <p:txBody>
          <a:bodyPr spcFirstLastPara="1" wrap="square" lIns="0" tIns="0" rIns="0" bIns="0" anchor="ctr" anchorCtr="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86" name="Google Shape;86;p8"/>
          <p:cNvSpPr txBox="1">
            <a:spLocks noGrp="1"/>
          </p:cNvSpPr>
          <p:nvPr>
            <p:ph type="title" idx="2"/>
          </p:nvPr>
        </p:nvSpPr>
        <p:spPr>
          <a:xfrm>
            <a:off x="6414875" y="58625"/>
            <a:ext cx="2500500" cy="172200"/>
          </a:xfrm>
          <a:prstGeom prst="rect">
            <a:avLst/>
          </a:prstGeom>
        </p:spPr>
        <p:txBody>
          <a:bodyPr spcFirstLastPara="1" wrap="square" lIns="0" tIns="0" rIns="0" bIns="0" anchor="ctr" anchorCtr="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87" name="Google Shape;87;p8"/>
          <p:cNvSpPr txBox="1">
            <a:spLocks noGrp="1"/>
          </p:cNvSpPr>
          <p:nvPr>
            <p:ph type="title" idx="3"/>
          </p:nvPr>
        </p:nvSpPr>
        <p:spPr>
          <a:xfrm>
            <a:off x="228600" y="457200"/>
            <a:ext cx="2925900" cy="464700"/>
          </a:xfrm>
          <a:prstGeom prst="rect">
            <a:avLst/>
          </a:prstGeom>
        </p:spPr>
        <p:txBody>
          <a:bodyPr spcFirstLastPara="1" wrap="square" lIns="0" tIns="0" rIns="0" bIns="0" anchor="t" anchorCtr="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a:endParaRPr/>
          </a:p>
        </p:txBody>
      </p:sp>
      <p:sp>
        <p:nvSpPr>
          <p:cNvPr id="88" name="Google Shape;88;p8"/>
          <p:cNvSpPr txBox="1">
            <a:spLocks noGrp="1"/>
          </p:cNvSpPr>
          <p:nvPr>
            <p:ph type="subTitle" idx="1"/>
          </p:nvPr>
        </p:nvSpPr>
        <p:spPr>
          <a:xfrm>
            <a:off x="4102950" y="1631400"/>
            <a:ext cx="4089000" cy="2288100"/>
          </a:xfrm>
          <a:prstGeom prst="rect">
            <a:avLst/>
          </a:prstGeom>
        </p:spPr>
        <p:txBody>
          <a:bodyPr spcFirstLastPara="1" wrap="square" lIns="0" tIns="0" rIns="0" bIns="0" anchor="t" anchorCtr="0">
            <a:spAutoFit/>
          </a:bodyPr>
          <a:lstStyle>
            <a:lvl1pPr lvl="0">
              <a:spcBef>
                <a:spcPts val="0"/>
              </a:spcBef>
              <a:spcAft>
                <a:spcPts val="0"/>
              </a:spcAft>
              <a:buNone/>
              <a:defRPr sz="2400"/>
            </a:lvl1pPr>
            <a:lvl2pPr lvl="1">
              <a:spcBef>
                <a:spcPts val="0"/>
              </a:spcBef>
              <a:spcAft>
                <a:spcPts val="0"/>
              </a:spcAft>
              <a:buNone/>
              <a:defRPr sz="2400"/>
            </a:lvl2pPr>
            <a:lvl3pPr lvl="2">
              <a:spcBef>
                <a:spcPts val="0"/>
              </a:spcBef>
              <a:spcAft>
                <a:spcPts val="0"/>
              </a:spcAft>
              <a:buNone/>
              <a:defRPr sz="2400"/>
            </a:lvl3pPr>
            <a:lvl4pPr lvl="3">
              <a:spcBef>
                <a:spcPts val="0"/>
              </a:spcBef>
              <a:spcAft>
                <a:spcPts val="0"/>
              </a:spcAft>
              <a:buNone/>
              <a:defRPr sz="2400"/>
            </a:lvl4pPr>
            <a:lvl5pPr lvl="4">
              <a:spcBef>
                <a:spcPts val="0"/>
              </a:spcBef>
              <a:spcAft>
                <a:spcPts val="0"/>
              </a:spcAft>
              <a:buNone/>
              <a:defRPr sz="2400"/>
            </a:lvl5pPr>
            <a:lvl6pPr lvl="5">
              <a:spcBef>
                <a:spcPts val="0"/>
              </a:spcBef>
              <a:spcAft>
                <a:spcPts val="0"/>
              </a:spcAft>
              <a:buNone/>
              <a:defRPr sz="2400"/>
            </a:lvl6pPr>
            <a:lvl7pPr lvl="6">
              <a:spcBef>
                <a:spcPts val="0"/>
              </a:spcBef>
              <a:spcAft>
                <a:spcPts val="0"/>
              </a:spcAft>
              <a:buNone/>
              <a:defRPr sz="2400"/>
            </a:lvl7pPr>
            <a:lvl8pPr lvl="7">
              <a:spcBef>
                <a:spcPts val="0"/>
              </a:spcBef>
              <a:spcAft>
                <a:spcPts val="0"/>
              </a:spcAft>
              <a:buNone/>
              <a:defRPr sz="2400"/>
            </a:lvl8pPr>
            <a:lvl9pPr lvl="8">
              <a:spcBef>
                <a:spcPts val="0"/>
              </a:spcBef>
              <a:spcAft>
                <a:spcPts val="0"/>
              </a:spcAft>
              <a:buNone/>
              <a:defRPr sz="2400"/>
            </a:lvl9pPr>
          </a:lstStyle>
          <a:p>
            <a:endParaRPr/>
          </a:p>
        </p:txBody>
      </p:sp>
      <p:sp>
        <p:nvSpPr>
          <p:cNvPr id="89" name="Google Shape;89;p8"/>
          <p:cNvSpPr txBox="1">
            <a:spLocks noGrp="1"/>
          </p:cNvSpPr>
          <p:nvPr>
            <p:ph type="subTitle" idx="4"/>
          </p:nvPr>
        </p:nvSpPr>
        <p:spPr>
          <a:xfrm>
            <a:off x="228600" y="3967700"/>
            <a:ext cx="2336400" cy="172200"/>
          </a:xfrm>
          <a:prstGeom prst="rect">
            <a:avLst/>
          </a:prstGeom>
        </p:spPr>
        <p:txBody>
          <a:bodyPr spcFirstLastPara="1" wrap="square" lIns="0" tIns="0" rIns="0" bIns="0" anchor="ctr" anchorCtr="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a:endParaRPr/>
          </a:p>
        </p:txBody>
      </p:sp>
      <p:sp>
        <p:nvSpPr>
          <p:cNvPr id="90" name="Google Shape;90;p8"/>
          <p:cNvSpPr>
            <a:spLocks noGrp="1"/>
          </p:cNvSpPr>
          <p:nvPr>
            <p:ph type="pic" idx="5"/>
          </p:nvPr>
        </p:nvSpPr>
        <p:spPr>
          <a:xfrm>
            <a:off x="228800" y="1707600"/>
            <a:ext cx="1951200" cy="2068500"/>
          </a:xfrm>
          <a:prstGeom prst="rect">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Quote - Alt 2">
  <p:cSld name="CUSTOM_8_1_1_1_1_1_1_1_1_1_1_1_1_1_1_1_1_1_1_1_1_2">
    <p:spTree>
      <p:nvGrpSpPr>
        <p:cNvPr id="1" name="Shape 91"/>
        <p:cNvGrpSpPr/>
        <p:nvPr/>
      </p:nvGrpSpPr>
      <p:grpSpPr>
        <a:xfrm>
          <a:off x="0" y="0"/>
          <a:ext cx="0" cy="0"/>
          <a:chOff x="0" y="0"/>
          <a:chExt cx="0" cy="0"/>
        </a:xfrm>
      </p:grpSpPr>
      <p:sp>
        <p:nvSpPr>
          <p:cNvPr id="92" name="Google Shape;92;p9"/>
          <p:cNvSpPr/>
          <p:nvPr/>
        </p:nvSpPr>
        <p:spPr>
          <a:xfrm rot="-5400000">
            <a:off x="3054300" y="1196700"/>
            <a:ext cx="3946800" cy="3946800"/>
          </a:xfrm>
          <a:prstGeom prst="rect">
            <a:avLst/>
          </a:prstGeom>
          <a:gradFill>
            <a:gsLst>
              <a:gs pos="0">
                <a:schemeClr val="lt2"/>
              </a:gs>
              <a:gs pos="72000">
                <a:schemeClr val="lt1"/>
              </a:gs>
              <a:gs pos="100000">
                <a:schemeClr val="lt1"/>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Figtree"/>
              <a:ea typeface="Figtree"/>
              <a:cs typeface="Figtree"/>
              <a:sym typeface="Figtree"/>
            </a:endParaRPr>
          </a:p>
        </p:txBody>
      </p:sp>
      <p:sp>
        <p:nvSpPr>
          <p:cNvPr id="93" name="Google Shape;93;p9"/>
          <p:cNvSpPr/>
          <p:nvPr/>
        </p:nvSpPr>
        <p:spPr>
          <a:xfrm rot="5400000">
            <a:off x="6262500" y="0"/>
            <a:ext cx="2881500" cy="2881500"/>
          </a:xfrm>
          <a:prstGeom prst="rect">
            <a:avLst/>
          </a:prstGeom>
          <a:gradFill>
            <a:gsLst>
              <a:gs pos="0">
                <a:schemeClr val="accent5"/>
              </a:gs>
              <a:gs pos="72000">
                <a:schemeClr val="lt1"/>
              </a:gs>
              <a:gs pos="100000">
                <a:schemeClr val="lt1"/>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Figtree"/>
              <a:ea typeface="Figtree"/>
              <a:cs typeface="Figtree"/>
              <a:sym typeface="Figtree"/>
            </a:endParaRPr>
          </a:p>
        </p:txBody>
      </p:sp>
      <p:sp>
        <p:nvSpPr>
          <p:cNvPr id="94" name="Google Shape;94;p9"/>
          <p:cNvSpPr>
            <a:spLocks noGrp="1"/>
          </p:cNvSpPr>
          <p:nvPr>
            <p:ph type="pic" idx="2"/>
          </p:nvPr>
        </p:nvSpPr>
        <p:spPr>
          <a:xfrm>
            <a:off x="0" y="-9000"/>
            <a:ext cx="3054300" cy="3252900"/>
          </a:xfrm>
          <a:prstGeom prst="rect">
            <a:avLst/>
          </a:prstGeom>
          <a:noFill/>
          <a:ln>
            <a:noFill/>
          </a:ln>
        </p:spPr>
      </p:sp>
      <p:sp>
        <p:nvSpPr>
          <p:cNvPr id="95" name="Google Shape;95;p9"/>
          <p:cNvSpPr txBox="1"/>
          <p:nvPr/>
        </p:nvSpPr>
        <p:spPr>
          <a:xfrm>
            <a:off x="3455693" y="228206"/>
            <a:ext cx="558600" cy="368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7200" b="1">
                <a:solidFill>
                  <a:schemeClr val="dk1"/>
                </a:solidFill>
                <a:latin typeface="Figtree"/>
                <a:ea typeface="Figtree"/>
                <a:cs typeface="Figtree"/>
                <a:sym typeface="Figtree"/>
              </a:rPr>
              <a:t>“</a:t>
            </a:r>
            <a:endParaRPr sz="7200" b="1">
              <a:solidFill>
                <a:schemeClr val="dk1"/>
              </a:solidFill>
              <a:latin typeface="Figtree"/>
              <a:ea typeface="Figtree"/>
              <a:cs typeface="Figtree"/>
              <a:sym typeface="Figtree"/>
            </a:endParaRPr>
          </a:p>
        </p:txBody>
      </p:sp>
      <p:sp>
        <p:nvSpPr>
          <p:cNvPr id="96" name="Google Shape;96;p9"/>
          <p:cNvSpPr txBox="1">
            <a:spLocks noGrp="1"/>
          </p:cNvSpPr>
          <p:nvPr>
            <p:ph type="title"/>
          </p:nvPr>
        </p:nvSpPr>
        <p:spPr>
          <a:xfrm>
            <a:off x="230075" y="58625"/>
            <a:ext cx="2500500" cy="172200"/>
          </a:xfrm>
          <a:prstGeom prst="rect">
            <a:avLst/>
          </a:prstGeom>
        </p:spPr>
        <p:txBody>
          <a:bodyPr spcFirstLastPara="1" wrap="square" lIns="0" tIns="0" rIns="0" bIns="0" anchor="ctr" anchorCtr="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a:endParaRPr/>
          </a:p>
        </p:txBody>
      </p:sp>
      <p:sp>
        <p:nvSpPr>
          <p:cNvPr id="97" name="Google Shape;97;p9"/>
          <p:cNvSpPr txBox="1">
            <a:spLocks noGrp="1"/>
          </p:cNvSpPr>
          <p:nvPr>
            <p:ph type="title" idx="3"/>
          </p:nvPr>
        </p:nvSpPr>
        <p:spPr>
          <a:xfrm>
            <a:off x="6414875" y="58625"/>
            <a:ext cx="2500500" cy="172200"/>
          </a:xfrm>
          <a:prstGeom prst="rect">
            <a:avLst/>
          </a:prstGeom>
        </p:spPr>
        <p:txBody>
          <a:bodyPr spcFirstLastPara="1" wrap="square" lIns="0" tIns="0" rIns="0" bIns="0" anchor="ctr" anchorCtr="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a:endParaRPr/>
          </a:p>
        </p:txBody>
      </p:sp>
      <p:sp>
        <p:nvSpPr>
          <p:cNvPr id="98" name="Google Shape;98;p9"/>
          <p:cNvSpPr txBox="1">
            <a:spLocks noGrp="1"/>
          </p:cNvSpPr>
          <p:nvPr>
            <p:ph type="title" idx="4"/>
          </p:nvPr>
        </p:nvSpPr>
        <p:spPr>
          <a:xfrm>
            <a:off x="228600" y="3429000"/>
            <a:ext cx="3432600" cy="281100"/>
          </a:xfrm>
          <a:prstGeom prst="rect">
            <a:avLst/>
          </a:prstGeom>
        </p:spPr>
        <p:txBody>
          <a:bodyPr spcFirstLastPara="1" wrap="square" lIns="0" tIns="0" rIns="0" bIns="0" anchor="t" anchorCtr="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a:endParaRPr/>
          </a:p>
        </p:txBody>
      </p:sp>
      <p:sp>
        <p:nvSpPr>
          <p:cNvPr id="99" name="Google Shape;99;p9"/>
          <p:cNvSpPr txBox="1">
            <a:spLocks noGrp="1"/>
          </p:cNvSpPr>
          <p:nvPr>
            <p:ph type="subTitle" idx="1"/>
          </p:nvPr>
        </p:nvSpPr>
        <p:spPr>
          <a:xfrm>
            <a:off x="3455700" y="817300"/>
            <a:ext cx="4959300" cy="2288100"/>
          </a:xfrm>
          <a:prstGeom prst="rect">
            <a:avLst/>
          </a:prstGeom>
        </p:spPr>
        <p:txBody>
          <a:bodyPr spcFirstLastPara="1" wrap="square" lIns="0" tIns="0" rIns="0" bIns="0" anchor="t" anchorCtr="0">
            <a:spAutoFit/>
          </a:bodyPr>
          <a:lstStyle>
            <a:lvl1pPr lvl="0">
              <a:spcBef>
                <a:spcPts val="0"/>
              </a:spcBef>
              <a:spcAft>
                <a:spcPts val="0"/>
              </a:spcAft>
              <a:buNone/>
              <a:defRPr sz="2400"/>
            </a:lvl1pPr>
            <a:lvl2pPr lvl="1">
              <a:spcBef>
                <a:spcPts val="0"/>
              </a:spcBef>
              <a:spcAft>
                <a:spcPts val="0"/>
              </a:spcAft>
              <a:buNone/>
              <a:defRPr sz="2400"/>
            </a:lvl2pPr>
            <a:lvl3pPr lvl="2">
              <a:spcBef>
                <a:spcPts val="0"/>
              </a:spcBef>
              <a:spcAft>
                <a:spcPts val="0"/>
              </a:spcAft>
              <a:buNone/>
              <a:defRPr sz="2400"/>
            </a:lvl3pPr>
            <a:lvl4pPr lvl="3">
              <a:spcBef>
                <a:spcPts val="0"/>
              </a:spcBef>
              <a:spcAft>
                <a:spcPts val="0"/>
              </a:spcAft>
              <a:buNone/>
              <a:defRPr sz="2400"/>
            </a:lvl4pPr>
            <a:lvl5pPr lvl="4">
              <a:spcBef>
                <a:spcPts val="0"/>
              </a:spcBef>
              <a:spcAft>
                <a:spcPts val="0"/>
              </a:spcAft>
              <a:buNone/>
              <a:defRPr sz="2400"/>
            </a:lvl5pPr>
            <a:lvl6pPr lvl="5">
              <a:spcBef>
                <a:spcPts val="0"/>
              </a:spcBef>
              <a:spcAft>
                <a:spcPts val="0"/>
              </a:spcAft>
              <a:buNone/>
              <a:defRPr sz="2400"/>
            </a:lvl6pPr>
            <a:lvl7pPr lvl="6">
              <a:spcBef>
                <a:spcPts val="0"/>
              </a:spcBef>
              <a:spcAft>
                <a:spcPts val="0"/>
              </a:spcAft>
              <a:buNone/>
              <a:defRPr sz="2400"/>
            </a:lvl7pPr>
            <a:lvl8pPr lvl="7">
              <a:spcBef>
                <a:spcPts val="0"/>
              </a:spcBef>
              <a:spcAft>
                <a:spcPts val="0"/>
              </a:spcAft>
              <a:buNone/>
              <a:defRPr sz="2400"/>
            </a:lvl8pPr>
            <a:lvl9pPr lvl="8">
              <a:spcBef>
                <a:spcPts val="0"/>
              </a:spcBef>
              <a:spcAft>
                <a:spcPts val="0"/>
              </a:spcAft>
              <a:buNone/>
              <a:defRPr sz="2400"/>
            </a:lvl9pPr>
          </a:lstStyle>
          <a:p>
            <a:endParaRPr/>
          </a:p>
        </p:txBody>
      </p:sp>
      <p:sp>
        <p:nvSpPr>
          <p:cNvPr id="100" name="Google Shape;100;p9"/>
          <p:cNvSpPr txBox="1">
            <a:spLocks noGrp="1"/>
          </p:cNvSpPr>
          <p:nvPr>
            <p:ph type="subTitle" idx="5"/>
          </p:nvPr>
        </p:nvSpPr>
        <p:spPr>
          <a:xfrm>
            <a:off x="228600" y="3739100"/>
            <a:ext cx="2336400" cy="172200"/>
          </a:xfrm>
          <a:prstGeom prst="rect">
            <a:avLst/>
          </a:prstGeom>
        </p:spPr>
        <p:txBody>
          <a:bodyPr spcFirstLastPara="1" wrap="square" lIns="0" tIns="0" rIns="0" bIns="0" anchor="ctr" anchorCtr="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Quote - Alt 3">
  <p:cSld name="CUSTOM_8_1_1_1_1_1_1_1_1_1_1_1_1_1_1_1_1_1_1_1_1_1">
    <p:spTree>
      <p:nvGrpSpPr>
        <p:cNvPr id="1" name="Shape 101"/>
        <p:cNvGrpSpPr/>
        <p:nvPr/>
      </p:nvGrpSpPr>
      <p:grpSpPr>
        <a:xfrm>
          <a:off x="0" y="0"/>
          <a:ext cx="0" cy="0"/>
          <a:chOff x="0" y="0"/>
          <a:chExt cx="0" cy="0"/>
        </a:xfrm>
      </p:grpSpPr>
      <p:sp>
        <p:nvSpPr>
          <p:cNvPr id="102" name="Google Shape;102;p10"/>
          <p:cNvSpPr/>
          <p:nvPr/>
        </p:nvSpPr>
        <p:spPr>
          <a:xfrm>
            <a:off x="0" y="0"/>
            <a:ext cx="3776100" cy="3776100"/>
          </a:xfrm>
          <a:prstGeom prst="rect">
            <a:avLst/>
          </a:prstGeom>
          <a:gradFill>
            <a:gsLst>
              <a:gs pos="0">
                <a:schemeClr val="accent6"/>
              </a:gs>
              <a:gs pos="72000">
                <a:schemeClr val="lt1"/>
              </a:gs>
              <a:gs pos="100000">
                <a:schemeClr val="lt1"/>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Figtree"/>
              <a:ea typeface="Figtree"/>
              <a:cs typeface="Figtree"/>
              <a:sym typeface="Figtree"/>
            </a:endParaRPr>
          </a:p>
        </p:txBody>
      </p:sp>
      <p:sp>
        <p:nvSpPr>
          <p:cNvPr id="103" name="Google Shape;103;p10"/>
          <p:cNvSpPr/>
          <p:nvPr/>
        </p:nvSpPr>
        <p:spPr>
          <a:xfrm rot="10800000">
            <a:off x="4619975" y="250"/>
            <a:ext cx="4520100" cy="5147700"/>
          </a:xfrm>
          <a:prstGeom prst="rect">
            <a:avLst/>
          </a:prstGeom>
          <a:gradFill>
            <a:gsLst>
              <a:gs pos="0">
                <a:schemeClr val="accent6"/>
              </a:gs>
              <a:gs pos="100000">
                <a:schemeClr val="lt2"/>
              </a:gs>
            </a:gsLst>
            <a:lin ang="54007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Figtree"/>
              <a:ea typeface="Figtree"/>
              <a:cs typeface="Figtree"/>
              <a:sym typeface="Figtree"/>
            </a:endParaRPr>
          </a:p>
        </p:txBody>
      </p:sp>
      <p:sp>
        <p:nvSpPr>
          <p:cNvPr id="104" name="Google Shape;104;p10"/>
          <p:cNvSpPr txBox="1">
            <a:spLocks noGrp="1"/>
          </p:cNvSpPr>
          <p:nvPr>
            <p:ph type="title"/>
          </p:nvPr>
        </p:nvSpPr>
        <p:spPr>
          <a:xfrm>
            <a:off x="230075" y="58625"/>
            <a:ext cx="2500500" cy="172200"/>
          </a:xfrm>
          <a:prstGeom prst="rect">
            <a:avLst/>
          </a:prstGeom>
        </p:spPr>
        <p:txBody>
          <a:bodyPr spcFirstLastPara="1" wrap="square" lIns="0" tIns="0" rIns="0" bIns="0" anchor="ctr" anchorCtr="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a:endParaRPr/>
          </a:p>
        </p:txBody>
      </p:sp>
      <p:sp>
        <p:nvSpPr>
          <p:cNvPr id="105" name="Google Shape;105;p10"/>
          <p:cNvSpPr txBox="1">
            <a:spLocks noGrp="1"/>
          </p:cNvSpPr>
          <p:nvPr>
            <p:ph type="title" idx="2"/>
          </p:nvPr>
        </p:nvSpPr>
        <p:spPr>
          <a:xfrm>
            <a:off x="6414875" y="58625"/>
            <a:ext cx="2500500" cy="172200"/>
          </a:xfrm>
          <a:prstGeom prst="rect">
            <a:avLst/>
          </a:prstGeom>
        </p:spPr>
        <p:txBody>
          <a:bodyPr spcFirstLastPara="1" wrap="square" lIns="0" tIns="0" rIns="0" bIns="0" anchor="ctr" anchorCtr="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a:endParaRPr/>
          </a:p>
        </p:txBody>
      </p:sp>
      <p:sp>
        <p:nvSpPr>
          <p:cNvPr id="106" name="Google Shape;106;p10"/>
          <p:cNvSpPr txBox="1">
            <a:spLocks noGrp="1"/>
          </p:cNvSpPr>
          <p:nvPr>
            <p:ph type="title" idx="3"/>
          </p:nvPr>
        </p:nvSpPr>
        <p:spPr>
          <a:xfrm>
            <a:off x="228600" y="457200"/>
            <a:ext cx="3432600" cy="464700"/>
          </a:xfrm>
          <a:prstGeom prst="rect">
            <a:avLst/>
          </a:prstGeom>
        </p:spPr>
        <p:txBody>
          <a:bodyPr spcFirstLastPara="1" wrap="square" lIns="0" tIns="0" rIns="0" bIns="0" anchor="t" anchorCtr="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a:endParaRPr/>
          </a:p>
        </p:txBody>
      </p:sp>
      <p:sp>
        <p:nvSpPr>
          <p:cNvPr id="107" name="Google Shape;107;p10"/>
          <p:cNvSpPr txBox="1">
            <a:spLocks noGrp="1"/>
          </p:cNvSpPr>
          <p:nvPr>
            <p:ph type="subTitle" idx="1"/>
          </p:nvPr>
        </p:nvSpPr>
        <p:spPr>
          <a:xfrm>
            <a:off x="230075" y="882000"/>
            <a:ext cx="3716700" cy="1122000"/>
          </a:xfrm>
          <a:prstGeom prst="rect">
            <a:avLst/>
          </a:prstGeom>
        </p:spPr>
        <p:txBody>
          <a:bodyPr spcFirstLastPara="1" wrap="square" lIns="0" tIns="0" rIns="0" bIns="0" anchor="t" anchorCtr="0">
            <a:sp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a:endParaRPr/>
          </a:p>
        </p:txBody>
      </p:sp>
      <p:sp>
        <p:nvSpPr>
          <p:cNvPr id="108" name="Google Shape;108;p10"/>
          <p:cNvSpPr txBox="1">
            <a:spLocks noGrp="1"/>
          </p:cNvSpPr>
          <p:nvPr>
            <p:ph type="body" idx="4"/>
          </p:nvPr>
        </p:nvSpPr>
        <p:spPr>
          <a:xfrm>
            <a:off x="230075" y="3492500"/>
            <a:ext cx="3462600" cy="714000"/>
          </a:xfrm>
          <a:prstGeom prst="rect">
            <a:avLst/>
          </a:prstGeom>
        </p:spPr>
        <p:txBody>
          <a:bodyPr spcFirstLastPara="1" wrap="square" lIns="0" tIns="0" rIns="0" bIns="0" anchor="b" anchorCtr="0">
            <a:noAutofit/>
          </a:bodyPr>
          <a:lstStyle>
            <a:lvl1pPr marL="457200" lvl="0" indent="-292100">
              <a:spcBef>
                <a:spcPts val="0"/>
              </a:spcBef>
              <a:spcAft>
                <a:spcPts val="0"/>
              </a:spcAft>
              <a:buClr>
                <a:schemeClr val="dk1"/>
              </a:buClr>
              <a:buSzPts val="1000"/>
              <a:buFont typeface="Jost"/>
              <a:buChar char="●"/>
              <a:defRPr sz="1000"/>
            </a:lvl1pPr>
            <a:lvl2pPr marL="914400" lvl="1" indent="-292100">
              <a:spcBef>
                <a:spcPts val="0"/>
              </a:spcBef>
              <a:spcAft>
                <a:spcPts val="0"/>
              </a:spcAft>
              <a:buClr>
                <a:schemeClr val="dk1"/>
              </a:buClr>
              <a:buSzPts val="1000"/>
              <a:buFont typeface="Jost"/>
              <a:buChar char="○"/>
              <a:defRPr sz="1000"/>
            </a:lvl2pPr>
            <a:lvl3pPr marL="1371600" lvl="2" indent="-292100">
              <a:spcBef>
                <a:spcPts val="0"/>
              </a:spcBef>
              <a:spcAft>
                <a:spcPts val="0"/>
              </a:spcAft>
              <a:buClr>
                <a:schemeClr val="dk1"/>
              </a:buClr>
              <a:buSzPts val="1000"/>
              <a:buFont typeface="Jost"/>
              <a:buChar char="■"/>
              <a:defRPr sz="1000"/>
            </a:lvl3pPr>
            <a:lvl4pPr marL="1828800" lvl="3" indent="-292100">
              <a:spcBef>
                <a:spcPts val="0"/>
              </a:spcBef>
              <a:spcAft>
                <a:spcPts val="0"/>
              </a:spcAft>
              <a:buClr>
                <a:schemeClr val="dk1"/>
              </a:buClr>
              <a:buSzPts val="1000"/>
              <a:buFont typeface="Jost"/>
              <a:buChar char="●"/>
              <a:defRPr sz="1000"/>
            </a:lvl4pPr>
            <a:lvl5pPr marL="2286000" lvl="4" indent="-292100">
              <a:spcBef>
                <a:spcPts val="0"/>
              </a:spcBef>
              <a:spcAft>
                <a:spcPts val="0"/>
              </a:spcAft>
              <a:buClr>
                <a:schemeClr val="dk1"/>
              </a:buClr>
              <a:buSzPts val="1000"/>
              <a:buFont typeface="Jost"/>
              <a:buChar char="○"/>
              <a:defRPr sz="1000"/>
            </a:lvl5pPr>
            <a:lvl6pPr marL="2743200" lvl="5" indent="-292100">
              <a:spcBef>
                <a:spcPts val="0"/>
              </a:spcBef>
              <a:spcAft>
                <a:spcPts val="0"/>
              </a:spcAft>
              <a:buClr>
                <a:schemeClr val="dk1"/>
              </a:buClr>
              <a:buSzPts val="1000"/>
              <a:buFont typeface="Jost"/>
              <a:buChar char="■"/>
              <a:defRPr sz="1000"/>
            </a:lvl6pPr>
            <a:lvl7pPr marL="3200400" lvl="6" indent="-292100">
              <a:spcBef>
                <a:spcPts val="0"/>
              </a:spcBef>
              <a:spcAft>
                <a:spcPts val="0"/>
              </a:spcAft>
              <a:buClr>
                <a:schemeClr val="dk1"/>
              </a:buClr>
              <a:buSzPts val="1000"/>
              <a:buFont typeface="Jost"/>
              <a:buChar char="●"/>
              <a:defRPr sz="1000"/>
            </a:lvl7pPr>
            <a:lvl8pPr marL="3657600" lvl="7" indent="-292100">
              <a:spcBef>
                <a:spcPts val="0"/>
              </a:spcBef>
              <a:spcAft>
                <a:spcPts val="0"/>
              </a:spcAft>
              <a:buClr>
                <a:schemeClr val="dk1"/>
              </a:buClr>
              <a:buSzPts val="1000"/>
              <a:buFont typeface="Jost"/>
              <a:buChar char="○"/>
              <a:defRPr sz="1000"/>
            </a:lvl8pPr>
            <a:lvl9pPr marL="4114800" lvl="8" indent="-292100">
              <a:spcBef>
                <a:spcPts val="0"/>
              </a:spcBef>
              <a:spcAft>
                <a:spcPts val="0"/>
              </a:spcAft>
              <a:buClr>
                <a:schemeClr val="dk1"/>
              </a:buClr>
              <a:buSzPts val="1000"/>
              <a:buFont typeface="Jost"/>
              <a:buChar char="■"/>
              <a:defRPr sz="1000"/>
            </a:lvl9pPr>
          </a:lstStyle>
          <a:p>
            <a:endParaRPr/>
          </a:p>
        </p:txBody>
      </p:sp>
      <p:sp>
        <p:nvSpPr>
          <p:cNvPr id="109" name="Google Shape;109;p10"/>
          <p:cNvSpPr>
            <a:spLocks noGrp="1"/>
          </p:cNvSpPr>
          <p:nvPr>
            <p:ph type="pic" idx="5"/>
          </p:nvPr>
        </p:nvSpPr>
        <p:spPr>
          <a:xfrm>
            <a:off x="5520400" y="921875"/>
            <a:ext cx="2724900" cy="3293100"/>
          </a:xfrm>
          <a:prstGeom prst="rect">
            <a:avLst/>
          </a:prstGeom>
          <a:no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tatement - Alt 2">
  <p:cSld name="CUSTOM_8_1_1_1_1_1_1_1_1_1_1_1_1_1_1_1_1_1_1_1_1_1_1">
    <p:spTree>
      <p:nvGrpSpPr>
        <p:cNvPr id="1" name="Shape 110"/>
        <p:cNvGrpSpPr/>
        <p:nvPr/>
      </p:nvGrpSpPr>
      <p:grpSpPr>
        <a:xfrm>
          <a:off x="0" y="0"/>
          <a:ext cx="0" cy="0"/>
          <a:chOff x="0" y="0"/>
          <a:chExt cx="0" cy="0"/>
        </a:xfrm>
      </p:grpSpPr>
      <p:sp>
        <p:nvSpPr>
          <p:cNvPr id="111" name="Google Shape;111;p11"/>
          <p:cNvSpPr/>
          <p:nvPr/>
        </p:nvSpPr>
        <p:spPr>
          <a:xfrm rot="8100000">
            <a:off x="1338758" y="1905656"/>
            <a:ext cx="6464087" cy="6464087"/>
          </a:xfrm>
          <a:prstGeom prst="rtTriangle">
            <a:avLst/>
          </a:prstGeom>
          <a:gradFill>
            <a:gsLst>
              <a:gs pos="0">
                <a:schemeClr val="lt2"/>
              </a:gs>
              <a:gs pos="72000">
                <a:schemeClr val="lt1"/>
              </a:gs>
              <a:gs pos="100000">
                <a:schemeClr val="lt1"/>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Jost"/>
              <a:ea typeface="Jost"/>
              <a:cs typeface="Jost"/>
              <a:sym typeface="Jost"/>
            </a:endParaRPr>
          </a:p>
        </p:txBody>
      </p:sp>
      <p:sp>
        <p:nvSpPr>
          <p:cNvPr id="112" name="Google Shape;112;p11"/>
          <p:cNvSpPr/>
          <p:nvPr/>
        </p:nvSpPr>
        <p:spPr>
          <a:xfrm rot="-2700000">
            <a:off x="3109572" y="-1459928"/>
            <a:ext cx="2922755" cy="2922755"/>
          </a:xfrm>
          <a:prstGeom prst="rtTriangle">
            <a:avLst/>
          </a:prstGeom>
          <a:gradFill>
            <a:gsLst>
              <a:gs pos="0">
                <a:schemeClr val="accent5"/>
              </a:gs>
              <a:gs pos="72000">
                <a:schemeClr val="lt1"/>
              </a:gs>
              <a:gs pos="100000">
                <a:schemeClr val="lt1"/>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Jost"/>
              <a:ea typeface="Jost"/>
              <a:cs typeface="Jost"/>
              <a:sym typeface="Jost"/>
            </a:endParaRPr>
          </a:p>
        </p:txBody>
      </p:sp>
      <p:sp>
        <p:nvSpPr>
          <p:cNvPr id="113" name="Google Shape;113;p11"/>
          <p:cNvSpPr txBox="1">
            <a:spLocks noGrp="1"/>
          </p:cNvSpPr>
          <p:nvPr>
            <p:ph type="title"/>
          </p:nvPr>
        </p:nvSpPr>
        <p:spPr>
          <a:xfrm>
            <a:off x="230075" y="58625"/>
            <a:ext cx="2500500" cy="172200"/>
          </a:xfrm>
          <a:prstGeom prst="rect">
            <a:avLst/>
          </a:prstGeom>
        </p:spPr>
        <p:txBody>
          <a:bodyPr spcFirstLastPara="1" wrap="square" lIns="0" tIns="0" rIns="0" bIns="0" anchor="ctr" anchorCtr="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114" name="Google Shape;114;p11"/>
          <p:cNvSpPr txBox="1">
            <a:spLocks noGrp="1"/>
          </p:cNvSpPr>
          <p:nvPr>
            <p:ph type="title" idx="2"/>
          </p:nvPr>
        </p:nvSpPr>
        <p:spPr>
          <a:xfrm>
            <a:off x="6414875" y="58625"/>
            <a:ext cx="2500500" cy="172200"/>
          </a:xfrm>
          <a:prstGeom prst="rect">
            <a:avLst/>
          </a:prstGeom>
        </p:spPr>
        <p:txBody>
          <a:bodyPr spcFirstLastPara="1" wrap="square" lIns="0" tIns="0" rIns="0" bIns="0" anchor="ctr" anchorCtr="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115" name="Google Shape;115;p11"/>
          <p:cNvSpPr txBox="1">
            <a:spLocks noGrp="1"/>
          </p:cNvSpPr>
          <p:nvPr>
            <p:ph type="subTitle" idx="1"/>
          </p:nvPr>
        </p:nvSpPr>
        <p:spPr>
          <a:xfrm>
            <a:off x="230075" y="1548047"/>
            <a:ext cx="4653900" cy="303900"/>
          </a:xfrm>
          <a:prstGeom prst="rect">
            <a:avLst/>
          </a:prstGeom>
        </p:spPr>
        <p:txBody>
          <a:bodyPr spcFirstLastPara="1" wrap="square" lIns="0" tIns="0" rIns="0" bIns="0" anchor="ctr" anchorCtr="0">
            <a:noAutofit/>
          </a:bodyPr>
          <a:lstStyle>
            <a:lvl1pPr lvl="0">
              <a:spcBef>
                <a:spcPts val="0"/>
              </a:spcBef>
              <a:spcAft>
                <a:spcPts val="0"/>
              </a:spcAft>
              <a:buNone/>
              <a:defRPr>
                <a:latin typeface="Jost"/>
                <a:ea typeface="Jost"/>
                <a:cs typeface="Jost"/>
                <a:sym typeface="Jost"/>
              </a:defRPr>
            </a:lvl1pPr>
            <a:lvl2pPr lvl="1">
              <a:spcBef>
                <a:spcPts val="0"/>
              </a:spcBef>
              <a:spcAft>
                <a:spcPts val="0"/>
              </a:spcAft>
              <a:buNone/>
              <a:defRPr>
                <a:latin typeface="Jost"/>
                <a:ea typeface="Jost"/>
                <a:cs typeface="Jost"/>
                <a:sym typeface="Jost"/>
              </a:defRPr>
            </a:lvl2pPr>
            <a:lvl3pPr lvl="2">
              <a:spcBef>
                <a:spcPts val="0"/>
              </a:spcBef>
              <a:spcAft>
                <a:spcPts val="0"/>
              </a:spcAft>
              <a:buNone/>
              <a:defRPr>
                <a:latin typeface="Jost"/>
                <a:ea typeface="Jost"/>
                <a:cs typeface="Jost"/>
                <a:sym typeface="Jost"/>
              </a:defRPr>
            </a:lvl3pPr>
            <a:lvl4pPr lvl="3">
              <a:spcBef>
                <a:spcPts val="0"/>
              </a:spcBef>
              <a:spcAft>
                <a:spcPts val="0"/>
              </a:spcAft>
              <a:buNone/>
              <a:defRPr>
                <a:latin typeface="Jost"/>
                <a:ea typeface="Jost"/>
                <a:cs typeface="Jost"/>
                <a:sym typeface="Jost"/>
              </a:defRPr>
            </a:lvl4pPr>
            <a:lvl5pPr lvl="4">
              <a:spcBef>
                <a:spcPts val="0"/>
              </a:spcBef>
              <a:spcAft>
                <a:spcPts val="0"/>
              </a:spcAft>
              <a:buNone/>
              <a:defRPr>
                <a:latin typeface="Jost"/>
                <a:ea typeface="Jost"/>
                <a:cs typeface="Jost"/>
                <a:sym typeface="Jost"/>
              </a:defRPr>
            </a:lvl5pPr>
            <a:lvl6pPr lvl="5">
              <a:spcBef>
                <a:spcPts val="0"/>
              </a:spcBef>
              <a:spcAft>
                <a:spcPts val="0"/>
              </a:spcAft>
              <a:buNone/>
              <a:defRPr>
                <a:latin typeface="Jost"/>
                <a:ea typeface="Jost"/>
                <a:cs typeface="Jost"/>
                <a:sym typeface="Jost"/>
              </a:defRPr>
            </a:lvl6pPr>
            <a:lvl7pPr lvl="6">
              <a:spcBef>
                <a:spcPts val="0"/>
              </a:spcBef>
              <a:spcAft>
                <a:spcPts val="0"/>
              </a:spcAft>
              <a:buNone/>
              <a:defRPr>
                <a:latin typeface="Jost"/>
                <a:ea typeface="Jost"/>
                <a:cs typeface="Jost"/>
                <a:sym typeface="Jost"/>
              </a:defRPr>
            </a:lvl7pPr>
            <a:lvl8pPr lvl="7">
              <a:spcBef>
                <a:spcPts val="0"/>
              </a:spcBef>
              <a:spcAft>
                <a:spcPts val="0"/>
              </a:spcAft>
              <a:buNone/>
              <a:defRPr>
                <a:latin typeface="Jost"/>
                <a:ea typeface="Jost"/>
                <a:cs typeface="Jost"/>
                <a:sym typeface="Jost"/>
              </a:defRPr>
            </a:lvl8pPr>
            <a:lvl9pPr lvl="8">
              <a:spcBef>
                <a:spcPts val="0"/>
              </a:spcBef>
              <a:spcAft>
                <a:spcPts val="0"/>
              </a:spcAft>
              <a:buNone/>
              <a:defRPr>
                <a:latin typeface="Jost"/>
                <a:ea typeface="Jost"/>
                <a:cs typeface="Jost"/>
                <a:sym typeface="Jost"/>
              </a:defRPr>
            </a:lvl9pPr>
          </a:lstStyle>
          <a:p>
            <a:endParaRPr/>
          </a:p>
        </p:txBody>
      </p:sp>
      <p:sp>
        <p:nvSpPr>
          <p:cNvPr id="116" name="Google Shape;116;p11"/>
          <p:cNvSpPr txBox="1">
            <a:spLocks noGrp="1"/>
          </p:cNvSpPr>
          <p:nvPr>
            <p:ph type="title" idx="3"/>
          </p:nvPr>
        </p:nvSpPr>
        <p:spPr>
          <a:xfrm>
            <a:off x="228600" y="1960022"/>
            <a:ext cx="7224600" cy="1265100"/>
          </a:xfrm>
          <a:prstGeom prst="rect">
            <a:avLst/>
          </a:prstGeom>
        </p:spPr>
        <p:txBody>
          <a:bodyPr spcFirstLastPara="1" wrap="square" lIns="0" tIns="0" rIns="0" bIns="0" anchor="t" anchorCtr="0">
            <a:noAutofit/>
          </a:bodyPr>
          <a:lstStyle>
            <a:lvl1pPr lvl="0">
              <a:lnSpc>
                <a:spcPct val="90000"/>
              </a:lnSpc>
              <a:spcBef>
                <a:spcPts val="0"/>
              </a:spcBef>
              <a:spcAft>
                <a:spcPts val="0"/>
              </a:spcAft>
              <a:buNone/>
              <a:defRPr sz="4500"/>
            </a:lvl1pPr>
            <a:lvl2pPr lvl="1">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2pPr>
            <a:lvl3pPr lvl="2">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3pPr>
            <a:lvl4pPr lvl="3">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4pPr>
            <a:lvl5pPr lvl="4">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5pPr>
            <a:lvl6pPr lvl="5">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6pPr>
            <a:lvl7pPr lvl="6">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7pPr>
            <a:lvl8pPr lvl="7">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8pPr>
            <a:lvl9pPr lvl="8">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hart">
  <p:cSld name="CUSTOM_8_1_1_1_1_1_1_1_1_1_1_1_1_1_1_1_1_1_1_1_1_1_1_1">
    <p:spTree>
      <p:nvGrpSpPr>
        <p:cNvPr id="1" name="Shape 117"/>
        <p:cNvGrpSpPr/>
        <p:nvPr/>
      </p:nvGrpSpPr>
      <p:grpSpPr>
        <a:xfrm>
          <a:off x="0" y="0"/>
          <a:ext cx="0" cy="0"/>
          <a:chOff x="0" y="0"/>
          <a:chExt cx="0" cy="0"/>
        </a:xfrm>
      </p:grpSpPr>
      <p:sp>
        <p:nvSpPr>
          <p:cNvPr id="118" name="Google Shape;118;p12"/>
          <p:cNvSpPr txBox="1">
            <a:spLocks noGrp="1"/>
          </p:cNvSpPr>
          <p:nvPr>
            <p:ph type="title"/>
          </p:nvPr>
        </p:nvSpPr>
        <p:spPr>
          <a:xfrm>
            <a:off x="230075" y="58625"/>
            <a:ext cx="2500500" cy="172200"/>
          </a:xfrm>
          <a:prstGeom prst="rect">
            <a:avLst/>
          </a:prstGeom>
        </p:spPr>
        <p:txBody>
          <a:bodyPr spcFirstLastPara="1" wrap="square" lIns="0" tIns="0" rIns="0" bIns="0" anchor="ctr" anchorCtr="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a:endParaRPr/>
          </a:p>
        </p:txBody>
      </p:sp>
      <p:sp>
        <p:nvSpPr>
          <p:cNvPr id="119" name="Google Shape;119;p12"/>
          <p:cNvSpPr txBox="1">
            <a:spLocks noGrp="1"/>
          </p:cNvSpPr>
          <p:nvPr>
            <p:ph type="title" idx="2"/>
          </p:nvPr>
        </p:nvSpPr>
        <p:spPr>
          <a:xfrm>
            <a:off x="6414875" y="58625"/>
            <a:ext cx="2500500" cy="172200"/>
          </a:xfrm>
          <a:prstGeom prst="rect">
            <a:avLst/>
          </a:prstGeom>
        </p:spPr>
        <p:txBody>
          <a:bodyPr spcFirstLastPara="1" wrap="square" lIns="0" tIns="0" rIns="0" bIns="0" anchor="ctr" anchorCtr="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a:endParaRPr/>
          </a:p>
        </p:txBody>
      </p:sp>
      <p:sp>
        <p:nvSpPr>
          <p:cNvPr id="120" name="Google Shape;120;p12"/>
          <p:cNvSpPr txBox="1">
            <a:spLocks noGrp="1"/>
          </p:cNvSpPr>
          <p:nvPr>
            <p:ph type="title" idx="3"/>
          </p:nvPr>
        </p:nvSpPr>
        <p:spPr>
          <a:xfrm>
            <a:off x="228600" y="457200"/>
            <a:ext cx="4160400" cy="464700"/>
          </a:xfrm>
          <a:prstGeom prst="rect">
            <a:avLst/>
          </a:prstGeom>
        </p:spPr>
        <p:txBody>
          <a:bodyPr spcFirstLastPara="1" wrap="square" lIns="0" tIns="0" rIns="0" bIns="0" anchor="t" anchorCtr="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a:endParaRPr/>
          </a:p>
        </p:txBody>
      </p:sp>
      <p:sp>
        <p:nvSpPr>
          <p:cNvPr id="121" name="Google Shape;121;p12"/>
          <p:cNvSpPr txBox="1">
            <a:spLocks noGrp="1"/>
          </p:cNvSpPr>
          <p:nvPr>
            <p:ph type="subTitle" idx="1"/>
          </p:nvPr>
        </p:nvSpPr>
        <p:spPr>
          <a:xfrm>
            <a:off x="1638400" y="1547558"/>
            <a:ext cx="1372500" cy="431700"/>
          </a:xfrm>
          <a:prstGeom prst="rect">
            <a:avLst/>
          </a:prstGeom>
        </p:spPr>
        <p:txBody>
          <a:bodyPr spcFirstLastPara="1" wrap="square" lIns="0" tIns="0" rIns="0" bIns="0" anchor="ctr" anchorCtr="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a:endParaRPr/>
          </a:p>
        </p:txBody>
      </p:sp>
      <p:sp>
        <p:nvSpPr>
          <p:cNvPr id="122" name="Google Shape;122;p12"/>
          <p:cNvSpPr txBox="1">
            <a:spLocks noGrp="1"/>
          </p:cNvSpPr>
          <p:nvPr>
            <p:ph type="subTitle" idx="4"/>
          </p:nvPr>
        </p:nvSpPr>
        <p:spPr>
          <a:xfrm>
            <a:off x="3099713" y="1547558"/>
            <a:ext cx="1372500" cy="431700"/>
          </a:xfrm>
          <a:prstGeom prst="rect">
            <a:avLst/>
          </a:prstGeom>
        </p:spPr>
        <p:txBody>
          <a:bodyPr spcFirstLastPara="1" wrap="square" lIns="0" tIns="0" rIns="0" bIns="0" anchor="ctr" anchorCtr="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a:endParaRPr/>
          </a:p>
        </p:txBody>
      </p:sp>
      <p:sp>
        <p:nvSpPr>
          <p:cNvPr id="123" name="Google Shape;123;p12"/>
          <p:cNvSpPr txBox="1">
            <a:spLocks noGrp="1"/>
          </p:cNvSpPr>
          <p:nvPr>
            <p:ph type="subTitle" idx="5"/>
          </p:nvPr>
        </p:nvSpPr>
        <p:spPr>
          <a:xfrm>
            <a:off x="4563613" y="1547558"/>
            <a:ext cx="1372500" cy="431700"/>
          </a:xfrm>
          <a:prstGeom prst="rect">
            <a:avLst/>
          </a:prstGeom>
        </p:spPr>
        <p:txBody>
          <a:bodyPr spcFirstLastPara="1" wrap="square" lIns="0" tIns="0" rIns="0" bIns="0" anchor="ctr" anchorCtr="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a:endParaRPr/>
          </a:p>
        </p:txBody>
      </p:sp>
      <p:sp>
        <p:nvSpPr>
          <p:cNvPr id="124" name="Google Shape;124;p12"/>
          <p:cNvSpPr txBox="1">
            <a:spLocks noGrp="1"/>
          </p:cNvSpPr>
          <p:nvPr>
            <p:ph type="subTitle" idx="6"/>
          </p:nvPr>
        </p:nvSpPr>
        <p:spPr>
          <a:xfrm>
            <a:off x="6024925" y="1547558"/>
            <a:ext cx="1372500" cy="431700"/>
          </a:xfrm>
          <a:prstGeom prst="rect">
            <a:avLst/>
          </a:prstGeom>
        </p:spPr>
        <p:txBody>
          <a:bodyPr spcFirstLastPara="1" wrap="square" lIns="0" tIns="0" rIns="0" bIns="0" anchor="ctr" anchorCtr="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a:endParaRPr/>
          </a:p>
        </p:txBody>
      </p:sp>
      <p:sp>
        <p:nvSpPr>
          <p:cNvPr id="125" name="Google Shape;125;p12"/>
          <p:cNvSpPr txBox="1">
            <a:spLocks noGrp="1"/>
          </p:cNvSpPr>
          <p:nvPr>
            <p:ph type="subTitle" idx="7"/>
          </p:nvPr>
        </p:nvSpPr>
        <p:spPr>
          <a:xfrm>
            <a:off x="7521175" y="1547546"/>
            <a:ext cx="1372500" cy="431700"/>
          </a:xfrm>
          <a:prstGeom prst="rect">
            <a:avLst/>
          </a:prstGeom>
        </p:spPr>
        <p:txBody>
          <a:bodyPr spcFirstLastPara="1" wrap="square" lIns="0" tIns="0" rIns="0" bIns="0" anchor="ctr" anchorCtr="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a:endParaRPr/>
          </a:p>
        </p:txBody>
      </p:sp>
      <p:sp>
        <p:nvSpPr>
          <p:cNvPr id="126" name="Google Shape;126;p12"/>
          <p:cNvSpPr txBox="1">
            <a:spLocks noGrp="1"/>
          </p:cNvSpPr>
          <p:nvPr>
            <p:ph type="subTitle" idx="8"/>
          </p:nvPr>
        </p:nvSpPr>
        <p:spPr>
          <a:xfrm>
            <a:off x="381000" y="2131483"/>
            <a:ext cx="1105800" cy="431700"/>
          </a:xfrm>
          <a:prstGeom prst="rect">
            <a:avLst/>
          </a:prstGeom>
        </p:spPr>
        <p:txBody>
          <a:bodyPr spcFirstLastPara="1" wrap="square" lIns="0" tIns="0" rIns="0" bIns="0" anchor="ctr" anchorCtr="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a:endParaRPr/>
          </a:p>
        </p:txBody>
      </p:sp>
      <p:sp>
        <p:nvSpPr>
          <p:cNvPr id="127" name="Google Shape;127;p12"/>
          <p:cNvSpPr txBox="1">
            <a:spLocks noGrp="1"/>
          </p:cNvSpPr>
          <p:nvPr>
            <p:ph type="subTitle" idx="9"/>
          </p:nvPr>
        </p:nvSpPr>
        <p:spPr>
          <a:xfrm>
            <a:off x="381000" y="2687933"/>
            <a:ext cx="1105800" cy="431700"/>
          </a:xfrm>
          <a:prstGeom prst="rect">
            <a:avLst/>
          </a:prstGeom>
        </p:spPr>
        <p:txBody>
          <a:bodyPr spcFirstLastPara="1" wrap="square" lIns="0" tIns="0" rIns="0" bIns="0" anchor="ctr" anchorCtr="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a:endParaRPr/>
          </a:p>
        </p:txBody>
      </p:sp>
      <p:sp>
        <p:nvSpPr>
          <p:cNvPr id="128" name="Google Shape;128;p12"/>
          <p:cNvSpPr txBox="1">
            <a:spLocks noGrp="1"/>
          </p:cNvSpPr>
          <p:nvPr>
            <p:ph type="subTitle" idx="13"/>
          </p:nvPr>
        </p:nvSpPr>
        <p:spPr>
          <a:xfrm>
            <a:off x="381000" y="3238608"/>
            <a:ext cx="1105800" cy="431700"/>
          </a:xfrm>
          <a:prstGeom prst="rect">
            <a:avLst/>
          </a:prstGeom>
        </p:spPr>
        <p:txBody>
          <a:bodyPr spcFirstLastPara="1" wrap="square" lIns="0" tIns="0" rIns="0" bIns="0" anchor="ctr" anchorCtr="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a:endParaRPr/>
          </a:p>
        </p:txBody>
      </p:sp>
      <p:sp>
        <p:nvSpPr>
          <p:cNvPr id="129" name="Google Shape;129;p12"/>
          <p:cNvSpPr txBox="1">
            <a:spLocks noGrp="1"/>
          </p:cNvSpPr>
          <p:nvPr>
            <p:ph type="subTitle" idx="14"/>
          </p:nvPr>
        </p:nvSpPr>
        <p:spPr>
          <a:xfrm>
            <a:off x="381000" y="3795058"/>
            <a:ext cx="1105800" cy="431700"/>
          </a:xfrm>
          <a:prstGeom prst="rect">
            <a:avLst/>
          </a:prstGeom>
        </p:spPr>
        <p:txBody>
          <a:bodyPr spcFirstLastPara="1" wrap="square" lIns="0" tIns="0" rIns="0" bIns="0" anchor="ctr" anchorCtr="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a:endParaRPr/>
          </a:p>
        </p:txBody>
      </p:sp>
      <p:sp>
        <p:nvSpPr>
          <p:cNvPr id="130" name="Google Shape;130;p12"/>
          <p:cNvSpPr txBox="1">
            <a:spLocks noGrp="1"/>
          </p:cNvSpPr>
          <p:nvPr>
            <p:ph type="subTitle" idx="15"/>
          </p:nvPr>
        </p:nvSpPr>
        <p:spPr>
          <a:xfrm>
            <a:off x="381000" y="4351508"/>
            <a:ext cx="1105800" cy="431700"/>
          </a:xfrm>
          <a:prstGeom prst="rect">
            <a:avLst/>
          </a:prstGeom>
        </p:spPr>
        <p:txBody>
          <a:bodyPr spcFirstLastPara="1" wrap="square" lIns="0" tIns="0" rIns="0" bIns="0" anchor="ctr" anchorCtr="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ersona - Alt 1">
  <p:cSld name="CUSTOM_8_1_1_1_1_1_1_1_1_1_1_1_1_1_1_1_1_1_1_1_1_1_1_1_2">
    <p:spTree>
      <p:nvGrpSpPr>
        <p:cNvPr id="1" name="Shape 131"/>
        <p:cNvGrpSpPr/>
        <p:nvPr/>
      </p:nvGrpSpPr>
      <p:grpSpPr>
        <a:xfrm>
          <a:off x="0" y="0"/>
          <a:ext cx="0" cy="0"/>
          <a:chOff x="0" y="0"/>
          <a:chExt cx="0" cy="0"/>
        </a:xfrm>
      </p:grpSpPr>
      <p:sp>
        <p:nvSpPr>
          <p:cNvPr id="132" name="Google Shape;132;p13"/>
          <p:cNvSpPr/>
          <p:nvPr/>
        </p:nvSpPr>
        <p:spPr>
          <a:xfrm flipH="1">
            <a:off x="6286500" y="0"/>
            <a:ext cx="2857500" cy="2857500"/>
          </a:xfrm>
          <a:prstGeom prst="rect">
            <a:avLst/>
          </a:prstGeom>
          <a:gradFill>
            <a:gsLst>
              <a:gs pos="0">
                <a:schemeClr val="lt2"/>
              </a:gs>
              <a:gs pos="72000">
                <a:schemeClr val="lt1"/>
              </a:gs>
              <a:gs pos="100000">
                <a:schemeClr val="lt1"/>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Figtree"/>
              <a:ea typeface="Figtree"/>
              <a:cs typeface="Figtree"/>
              <a:sym typeface="Figtree"/>
            </a:endParaRPr>
          </a:p>
        </p:txBody>
      </p:sp>
      <p:sp>
        <p:nvSpPr>
          <p:cNvPr id="133" name="Google Shape;133;p13"/>
          <p:cNvSpPr/>
          <p:nvPr/>
        </p:nvSpPr>
        <p:spPr>
          <a:xfrm rot="10800000">
            <a:off x="0" y="250"/>
            <a:ext cx="4520100" cy="5147700"/>
          </a:xfrm>
          <a:prstGeom prst="rect">
            <a:avLst/>
          </a:prstGeom>
          <a:gradFill>
            <a:gsLst>
              <a:gs pos="0">
                <a:schemeClr val="accent6"/>
              </a:gs>
              <a:gs pos="100000">
                <a:schemeClr val="lt2"/>
              </a:gs>
            </a:gsLst>
            <a:lin ang="54007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Figtree"/>
              <a:ea typeface="Figtree"/>
              <a:cs typeface="Figtree"/>
              <a:sym typeface="Figtree"/>
            </a:endParaRPr>
          </a:p>
        </p:txBody>
      </p:sp>
      <p:sp>
        <p:nvSpPr>
          <p:cNvPr id="134" name="Google Shape;134;p13"/>
          <p:cNvSpPr txBox="1">
            <a:spLocks noGrp="1"/>
          </p:cNvSpPr>
          <p:nvPr>
            <p:ph type="body" idx="1"/>
          </p:nvPr>
        </p:nvSpPr>
        <p:spPr>
          <a:xfrm>
            <a:off x="4903325" y="1072775"/>
            <a:ext cx="3681600" cy="343200"/>
          </a:xfrm>
          <a:prstGeom prst="rect">
            <a:avLst/>
          </a:prstGeom>
        </p:spPr>
        <p:txBody>
          <a:bodyPr spcFirstLastPara="1" wrap="square" lIns="0" tIns="0" rIns="0" bIns="0" anchor="t" anchorCtr="0">
            <a:spAutoFit/>
          </a:bodyPr>
          <a:lstStyle>
            <a:lvl1pPr marL="457200" lvl="0" indent="-292100">
              <a:spcBef>
                <a:spcPts val="0"/>
              </a:spcBef>
              <a:spcAft>
                <a:spcPts val="0"/>
              </a:spcAft>
              <a:buClr>
                <a:schemeClr val="dk1"/>
              </a:buClr>
              <a:buSzPts val="1000"/>
              <a:buFont typeface="Jost"/>
              <a:buChar char="●"/>
              <a:defRPr sz="1000"/>
            </a:lvl1pPr>
            <a:lvl2pPr marL="914400" lvl="1" indent="-292100">
              <a:spcBef>
                <a:spcPts val="0"/>
              </a:spcBef>
              <a:spcAft>
                <a:spcPts val="0"/>
              </a:spcAft>
              <a:buClr>
                <a:schemeClr val="dk1"/>
              </a:buClr>
              <a:buSzPts val="1000"/>
              <a:buFont typeface="Jost"/>
              <a:buChar char="○"/>
              <a:defRPr sz="1000"/>
            </a:lvl2pPr>
            <a:lvl3pPr marL="1371600" lvl="2" indent="-292100">
              <a:spcBef>
                <a:spcPts val="0"/>
              </a:spcBef>
              <a:spcAft>
                <a:spcPts val="0"/>
              </a:spcAft>
              <a:buClr>
                <a:schemeClr val="dk1"/>
              </a:buClr>
              <a:buSzPts val="1000"/>
              <a:buFont typeface="Jost"/>
              <a:buChar char="■"/>
              <a:defRPr sz="1000"/>
            </a:lvl3pPr>
            <a:lvl4pPr marL="1828800" lvl="3" indent="-292100">
              <a:spcBef>
                <a:spcPts val="0"/>
              </a:spcBef>
              <a:spcAft>
                <a:spcPts val="0"/>
              </a:spcAft>
              <a:buClr>
                <a:schemeClr val="dk1"/>
              </a:buClr>
              <a:buSzPts val="1000"/>
              <a:buFont typeface="Jost"/>
              <a:buChar char="●"/>
              <a:defRPr sz="1000"/>
            </a:lvl4pPr>
            <a:lvl5pPr marL="2286000" lvl="4" indent="-292100">
              <a:spcBef>
                <a:spcPts val="0"/>
              </a:spcBef>
              <a:spcAft>
                <a:spcPts val="0"/>
              </a:spcAft>
              <a:buClr>
                <a:schemeClr val="dk1"/>
              </a:buClr>
              <a:buSzPts val="1000"/>
              <a:buFont typeface="Jost"/>
              <a:buChar char="○"/>
              <a:defRPr sz="1000"/>
            </a:lvl5pPr>
            <a:lvl6pPr marL="2743200" lvl="5" indent="-292100">
              <a:spcBef>
                <a:spcPts val="0"/>
              </a:spcBef>
              <a:spcAft>
                <a:spcPts val="0"/>
              </a:spcAft>
              <a:buClr>
                <a:schemeClr val="dk1"/>
              </a:buClr>
              <a:buSzPts val="1000"/>
              <a:buFont typeface="Jost"/>
              <a:buChar char="■"/>
              <a:defRPr sz="1000"/>
            </a:lvl6pPr>
            <a:lvl7pPr marL="3200400" lvl="6" indent="-292100">
              <a:spcBef>
                <a:spcPts val="0"/>
              </a:spcBef>
              <a:spcAft>
                <a:spcPts val="0"/>
              </a:spcAft>
              <a:buClr>
                <a:schemeClr val="dk1"/>
              </a:buClr>
              <a:buSzPts val="1000"/>
              <a:buFont typeface="Jost"/>
              <a:buChar char="●"/>
              <a:defRPr sz="1000"/>
            </a:lvl7pPr>
            <a:lvl8pPr marL="3657600" lvl="7" indent="-292100">
              <a:spcBef>
                <a:spcPts val="0"/>
              </a:spcBef>
              <a:spcAft>
                <a:spcPts val="0"/>
              </a:spcAft>
              <a:buClr>
                <a:schemeClr val="dk1"/>
              </a:buClr>
              <a:buSzPts val="1000"/>
              <a:buFont typeface="Jost"/>
              <a:buChar char="○"/>
              <a:defRPr sz="1000"/>
            </a:lvl8pPr>
            <a:lvl9pPr marL="4114800" lvl="8" indent="-292100">
              <a:spcBef>
                <a:spcPts val="0"/>
              </a:spcBef>
              <a:spcAft>
                <a:spcPts val="0"/>
              </a:spcAft>
              <a:buClr>
                <a:schemeClr val="dk1"/>
              </a:buClr>
              <a:buSzPts val="1000"/>
              <a:buFont typeface="Jost"/>
              <a:buChar char="■"/>
              <a:defRPr sz="1000"/>
            </a:lvl9pPr>
          </a:lstStyle>
          <a:p>
            <a:endParaRPr/>
          </a:p>
        </p:txBody>
      </p:sp>
      <p:sp>
        <p:nvSpPr>
          <p:cNvPr id="135" name="Google Shape;135;p13"/>
          <p:cNvSpPr txBox="1">
            <a:spLocks noGrp="1"/>
          </p:cNvSpPr>
          <p:nvPr>
            <p:ph type="body" idx="2"/>
          </p:nvPr>
        </p:nvSpPr>
        <p:spPr>
          <a:xfrm>
            <a:off x="4903325" y="2018675"/>
            <a:ext cx="3681600" cy="343200"/>
          </a:xfrm>
          <a:prstGeom prst="rect">
            <a:avLst/>
          </a:prstGeom>
        </p:spPr>
        <p:txBody>
          <a:bodyPr spcFirstLastPara="1" wrap="square" lIns="0" tIns="0" rIns="0" bIns="0" anchor="t" anchorCtr="0">
            <a:spAutoFit/>
          </a:bodyPr>
          <a:lstStyle>
            <a:lvl1pPr marL="457200" lvl="0" indent="-292100">
              <a:spcBef>
                <a:spcPts val="0"/>
              </a:spcBef>
              <a:spcAft>
                <a:spcPts val="0"/>
              </a:spcAft>
              <a:buClr>
                <a:schemeClr val="dk1"/>
              </a:buClr>
              <a:buSzPts val="1000"/>
              <a:buFont typeface="Jost"/>
              <a:buChar char="●"/>
              <a:defRPr sz="1000"/>
            </a:lvl1pPr>
            <a:lvl2pPr marL="914400" lvl="1" indent="-292100">
              <a:spcBef>
                <a:spcPts val="0"/>
              </a:spcBef>
              <a:spcAft>
                <a:spcPts val="0"/>
              </a:spcAft>
              <a:buClr>
                <a:schemeClr val="dk1"/>
              </a:buClr>
              <a:buSzPts val="1000"/>
              <a:buFont typeface="Jost"/>
              <a:buChar char="○"/>
              <a:defRPr sz="1000"/>
            </a:lvl2pPr>
            <a:lvl3pPr marL="1371600" lvl="2" indent="-292100">
              <a:spcBef>
                <a:spcPts val="0"/>
              </a:spcBef>
              <a:spcAft>
                <a:spcPts val="0"/>
              </a:spcAft>
              <a:buClr>
                <a:schemeClr val="dk1"/>
              </a:buClr>
              <a:buSzPts val="1000"/>
              <a:buFont typeface="Jost"/>
              <a:buChar char="■"/>
              <a:defRPr sz="1000"/>
            </a:lvl3pPr>
            <a:lvl4pPr marL="1828800" lvl="3" indent="-292100">
              <a:spcBef>
                <a:spcPts val="0"/>
              </a:spcBef>
              <a:spcAft>
                <a:spcPts val="0"/>
              </a:spcAft>
              <a:buClr>
                <a:schemeClr val="dk1"/>
              </a:buClr>
              <a:buSzPts val="1000"/>
              <a:buFont typeface="Jost"/>
              <a:buChar char="●"/>
              <a:defRPr sz="1000"/>
            </a:lvl4pPr>
            <a:lvl5pPr marL="2286000" lvl="4" indent="-292100">
              <a:spcBef>
                <a:spcPts val="0"/>
              </a:spcBef>
              <a:spcAft>
                <a:spcPts val="0"/>
              </a:spcAft>
              <a:buClr>
                <a:schemeClr val="dk1"/>
              </a:buClr>
              <a:buSzPts val="1000"/>
              <a:buFont typeface="Jost"/>
              <a:buChar char="○"/>
              <a:defRPr sz="1000"/>
            </a:lvl5pPr>
            <a:lvl6pPr marL="2743200" lvl="5" indent="-292100">
              <a:spcBef>
                <a:spcPts val="0"/>
              </a:spcBef>
              <a:spcAft>
                <a:spcPts val="0"/>
              </a:spcAft>
              <a:buClr>
                <a:schemeClr val="dk1"/>
              </a:buClr>
              <a:buSzPts val="1000"/>
              <a:buFont typeface="Jost"/>
              <a:buChar char="■"/>
              <a:defRPr sz="1000"/>
            </a:lvl6pPr>
            <a:lvl7pPr marL="3200400" lvl="6" indent="-292100">
              <a:spcBef>
                <a:spcPts val="0"/>
              </a:spcBef>
              <a:spcAft>
                <a:spcPts val="0"/>
              </a:spcAft>
              <a:buClr>
                <a:schemeClr val="dk1"/>
              </a:buClr>
              <a:buSzPts val="1000"/>
              <a:buFont typeface="Jost"/>
              <a:buChar char="●"/>
              <a:defRPr sz="1000"/>
            </a:lvl7pPr>
            <a:lvl8pPr marL="3657600" lvl="7" indent="-292100">
              <a:spcBef>
                <a:spcPts val="0"/>
              </a:spcBef>
              <a:spcAft>
                <a:spcPts val="0"/>
              </a:spcAft>
              <a:buClr>
                <a:schemeClr val="dk1"/>
              </a:buClr>
              <a:buSzPts val="1000"/>
              <a:buFont typeface="Jost"/>
              <a:buChar char="○"/>
              <a:defRPr sz="1000"/>
            </a:lvl8pPr>
            <a:lvl9pPr marL="4114800" lvl="8" indent="-292100">
              <a:spcBef>
                <a:spcPts val="0"/>
              </a:spcBef>
              <a:spcAft>
                <a:spcPts val="0"/>
              </a:spcAft>
              <a:buClr>
                <a:schemeClr val="dk1"/>
              </a:buClr>
              <a:buSzPts val="1000"/>
              <a:buFont typeface="Jost"/>
              <a:buChar char="■"/>
              <a:defRPr sz="1000"/>
            </a:lvl9pPr>
          </a:lstStyle>
          <a:p>
            <a:endParaRPr/>
          </a:p>
        </p:txBody>
      </p:sp>
      <p:sp>
        <p:nvSpPr>
          <p:cNvPr id="136" name="Google Shape;136;p13"/>
          <p:cNvSpPr txBox="1">
            <a:spLocks noGrp="1"/>
          </p:cNvSpPr>
          <p:nvPr>
            <p:ph type="title"/>
          </p:nvPr>
        </p:nvSpPr>
        <p:spPr>
          <a:xfrm>
            <a:off x="230075" y="58625"/>
            <a:ext cx="2500500" cy="172200"/>
          </a:xfrm>
          <a:prstGeom prst="rect">
            <a:avLst/>
          </a:prstGeom>
        </p:spPr>
        <p:txBody>
          <a:bodyPr spcFirstLastPara="1" wrap="square" lIns="0" tIns="0" rIns="0" bIns="0" anchor="ctr" anchorCtr="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a:endParaRPr/>
          </a:p>
        </p:txBody>
      </p:sp>
      <p:sp>
        <p:nvSpPr>
          <p:cNvPr id="137" name="Google Shape;137;p13"/>
          <p:cNvSpPr txBox="1">
            <a:spLocks noGrp="1"/>
          </p:cNvSpPr>
          <p:nvPr>
            <p:ph type="title" idx="3"/>
          </p:nvPr>
        </p:nvSpPr>
        <p:spPr>
          <a:xfrm>
            <a:off x="6414875" y="58625"/>
            <a:ext cx="2500500" cy="172200"/>
          </a:xfrm>
          <a:prstGeom prst="rect">
            <a:avLst/>
          </a:prstGeom>
        </p:spPr>
        <p:txBody>
          <a:bodyPr spcFirstLastPara="1" wrap="square" lIns="0" tIns="0" rIns="0" bIns="0" anchor="ctr" anchorCtr="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a:endParaRPr/>
          </a:p>
        </p:txBody>
      </p:sp>
      <p:sp>
        <p:nvSpPr>
          <p:cNvPr id="138" name="Google Shape;138;p13"/>
          <p:cNvSpPr>
            <a:spLocks noGrp="1"/>
          </p:cNvSpPr>
          <p:nvPr>
            <p:ph type="pic" idx="4"/>
          </p:nvPr>
        </p:nvSpPr>
        <p:spPr>
          <a:xfrm>
            <a:off x="230075" y="457200"/>
            <a:ext cx="3681600" cy="2309700"/>
          </a:xfrm>
          <a:prstGeom prst="rect">
            <a:avLst/>
          </a:prstGeom>
          <a:noFill/>
          <a:ln>
            <a:noFill/>
          </a:ln>
        </p:spPr>
      </p:sp>
      <p:sp>
        <p:nvSpPr>
          <p:cNvPr id="139" name="Google Shape;139;p13"/>
          <p:cNvSpPr txBox="1">
            <a:spLocks noGrp="1"/>
          </p:cNvSpPr>
          <p:nvPr>
            <p:ph type="title" idx="5"/>
          </p:nvPr>
        </p:nvSpPr>
        <p:spPr>
          <a:xfrm>
            <a:off x="230075" y="2993600"/>
            <a:ext cx="3681600" cy="343200"/>
          </a:xfrm>
          <a:prstGeom prst="rect">
            <a:avLst/>
          </a:prstGeom>
        </p:spPr>
        <p:txBody>
          <a:bodyPr spcFirstLastPara="1" wrap="square" lIns="0" tIns="0" rIns="0" bIns="0" anchor="t" anchorCtr="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a:endParaRPr/>
          </a:p>
        </p:txBody>
      </p:sp>
      <p:sp>
        <p:nvSpPr>
          <p:cNvPr id="140" name="Google Shape;140;p13"/>
          <p:cNvSpPr txBox="1">
            <a:spLocks noGrp="1"/>
          </p:cNvSpPr>
          <p:nvPr>
            <p:ph type="body" idx="6"/>
          </p:nvPr>
        </p:nvSpPr>
        <p:spPr>
          <a:xfrm>
            <a:off x="230075" y="3515700"/>
            <a:ext cx="3681600" cy="913500"/>
          </a:xfrm>
          <a:prstGeom prst="rect">
            <a:avLst/>
          </a:prstGeom>
        </p:spPr>
        <p:txBody>
          <a:bodyPr spcFirstLastPara="1" wrap="square" lIns="0" tIns="0" rIns="0" bIns="0" anchor="t" anchorCtr="0">
            <a:spAutoFit/>
          </a:bodyPr>
          <a:lstStyle>
            <a:lvl1pPr marL="457200" lvl="0" indent="-292100">
              <a:spcBef>
                <a:spcPts val="0"/>
              </a:spcBef>
              <a:spcAft>
                <a:spcPts val="0"/>
              </a:spcAft>
              <a:buClr>
                <a:schemeClr val="dk1"/>
              </a:buClr>
              <a:buSzPts val="1000"/>
              <a:buFont typeface="Jost"/>
              <a:buChar char="●"/>
              <a:defRPr sz="1000"/>
            </a:lvl1pPr>
            <a:lvl2pPr marL="914400" lvl="1" indent="-292100">
              <a:spcBef>
                <a:spcPts val="0"/>
              </a:spcBef>
              <a:spcAft>
                <a:spcPts val="0"/>
              </a:spcAft>
              <a:buClr>
                <a:schemeClr val="dk1"/>
              </a:buClr>
              <a:buSzPts val="1000"/>
              <a:buFont typeface="Jost"/>
              <a:buChar char="○"/>
              <a:defRPr sz="1000"/>
            </a:lvl2pPr>
            <a:lvl3pPr marL="1371600" lvl="2" indent="-292100">
              <a:spcBef>
                <a:spcPts val="0"/>
              </a:spcBef>
              <a:spcAft>
                <a:spcPts val="0"/>
              </a:spcAft>
              <a:buClr>
                <a:schemeClr val="dk1"/>
              </a:buClr>
              <a:buSzPts val="1000"/>
              <a:buFont typeface="Jost"/>
              <a:buChar char="■"/>
              <a:defRPr sz="1000"/>
            </a:lvl3pPr>
            <a:lvl4pPr marL="1828800" lvl="3" indent="-292100">
              <a:spcBef>
                <a:spcPts val="0"/>
              </a:spcBef>
              <a:spcAft>
                <a:spcPts val="0"/>
              </a:spcAft>
              <a:buClr>
                <a:schemeClr val="dk1"/>
              </a:buClr>
              <a:buSzPts val="1000"/>
              <a:buFont typeface="Jost"/>
              <a:buChar char="●"/>
              <a:defRPr sz="1000"/>
            </a:lvl4pPr>
            <a:lvl5pPr marL="2286000" lvl="4" indent="-292100">
              <a:spcBef>
                <a:spcPts val="0"/>
              </a:spcBef>
              <a:spcAft>
                <a:spcPts val="0"/>
              </a:spcAft>
              <a:buClr>
                <a:schemeClr val="dk1"/>
              </a:buClr>
              <a:buSzPts val="1000"/>
              <a:buFont typeface="Jost"/>
              <a:buChar char="○"/>
              <a:defRPr sz="1000"/>
            </a:lvl5pPr>
            <a:lvl6pPr marL="2743200" lvl="5" indent="-292100">
              <a:spcBef>
                <a:spcPts val="0"/>
              </a:spcBef>
              <a:spcAft>
                <a:spcPts val="0"/>
              </a:spcAft>
              <a:buClr>
                <a:schemeClr val="dk1"/>
              </a:buClr>
              <a:buSzPts val="1000"/>
              <a:buFont typeface="Jost"/>
              <a:buChar char="■"/>
              <a:defRPr sz="1000"/>
            </a:lvl6pPr>
            <a:lvl7pPr marL="3200400" lvl="6" indent="-292100">
              <a:spcBef>
                <a:spcPts val="0"/>
              </a:spcBef>
              <a:spcAft>
                <a:spcPts val="0"/>
              </a:spcAft>
              <a:buClr>
                <a:schemeClr val="dk1"/>
              </a:buClr>
              <a:buSzPts val="1000"/>
              <a:buFont typeface="Jost"/>
              <a:buChar char="●"/>
              <a:defRPr sz="1000"/>
            </a:lvl7pPr>
            <a:lvl8pPr marL="3657600" lvl="7" indent="-292100">
              <a:spcBef>
                <a:spcPts val="0"/>
              </a:spcBef>
              <a:spcAft>
                <a:spcPts val="0"/>
              </a:spcAft>
              <a:buClr>
                <a:schemeClr val="dk1"/>
              </a:buClr>
              <a:buSzPts val="1000"/>
              <a:buFont typeface="Jost"/>
              <a:buChar char="○"/>
              <a:defRPr sz="1000"/>
            </a:lvl8pPr>
            <a:lvl9pPr marL="4114800" lvl="8" indent="-292100">
              <a:spcBef>
                <a:spcPts val="0"/>
              </a:spcBef>
              <a:spcAft>
                <a:spcPts val="0"/>
              </a:spcAft>
              <a:buClr>
                <a:schemeClr val="dk1"/>
              </a:buClr>
              <a:buSzPts val="1000"/>
              <a:buFont typeface="Jost"/>
              <a:buChar char="■"/>
              <a:defRPr sz="1000"/>
            </a:lvl9pPr>
          </a:lstStyle>
          <a:p>
            <a:endParaRPr/>
          </a:p>
        </p:txBody>
      </p:sp>
      <p:sp>
        <p:nvSpPr>
          <p:cNvPr id="141" name="Google Shape;141;p13"/>
          <p:cNvSpPr txBox="1">
            <a:spLocks noGrp="1"/>
          </p:cNvSpPr>
          <p:nvPr>
            <p:ph type="body" idx="7"/>
          </p:nvPr>
        </p:nvSpPr>
        <p:spPr>
          <a:xfrm>
            <a:off x="4903325" y="2964575"/>
            <a:ext cx="3681600" cy="445200"/>
          </a:xfrm>
          <a:prstGeom prst="rect">
            <a:avLst/>
          </a:prstGeom>
        </p:spPr>
        <p:txBody>
          <a:bodyPr spcFirstLastPara="1" wrap="square" lIns="0" tIns="0" rIns="0" bIns="0" anchor="t" anchorCtr="0">
            <a:spAutoFit/>
          </a:bodyPr>
          <a:lstStyle>
            <a:lvl1pPr marL="457200" lvl="0" indent="-292100">
              <a:spcBef>
                <a:spcPts val="0"/>
              </a:spcBef>
              <a:spcAft>
                <a:spcPts val="0"/>
              </a:spcAft>
              <a:buClr>
                <a:schemeClr val="dk1"/>
              </a:buClr>
              <a:buSzPts val="1000"/>
              <a:buFont typeface="Jost"/>
              <a:buChar char="●"/>
              <a:defRPr sz="1000"/>
            </a:lvl1pPr>
            <a:lvl2pPr marL="914400" lvl="1" indent="-292100">
              <a:spcBef>
                <a:spcPts val="0"/>
              </a:spcBef>
              <a:spcAft>
                <a:spcPts val="0"/>
              </a:spcAft>
              <a:buClr>
                <a:schemeClr val="dk1"/>
              </a:buClr>
              <a:buSzPts val="1000"/>
              <a:buFont typeface="Jost"/>
              <a:buChar char="○"/>
              <a:defRPr sz="1000"/>
            </a:lvl2pPr>
            <a:lvl3pPr marL="1371600" lvl="2" indent="-292100">
              <a:spcBef>
                <a:spcPts val="0"/>
              </a:spcBef>
              <a:spcAft>
                <a:spcPts val="0"/>
              </a:spcAft>
              <a:buClr>
                <a:schemeClr val="dk1"/>
              </a:buClr>
              <a:buSzPts val="1000"/>
              <a:buFont typeface="Jost"/>
              <a:buChar char="■"/>
              <a:defRPr sz="1000"/>
            </a:lvl3pPr>
            <a:lvl4pPr marL="1828800" lvl="3" indent="-292100">
              <a:spcBef>
                <a:spcPts val="0"/>
              </a:spcBef>
              <a:spcAft>
                <a:spcPts val="0"/>
              </a:spcAft>
              <a:buClr>
                <a:schemeClr val="dk1"/>
              </a:buClr>
              <a:buSzPts val="1000"/>
              <a:buFont typeface="Jost"/>
              <a:buChar char="●"/>
              <a:defRPr sz="1000"/>
            </a:lvl4pPr>
            <a:lvl5pPr marL="2286000" lvl="4" indent="-292100">
              <a:spcBef>
                <a:spcPts val="0"/>
              </a:spcBef>
              <a:spcAft>
                <a:spcPts val="0"/>
              </a:spcAft>
              <a:buClr>
                <a:schemeClr val="dk1"/>
              </a:buClr>
              <a:buSzPts val="1000"/>
              <a:buFont typeface="Jost"/>
              <a:buChar char="○"/>
              <a:defRPr sz="1000"/>
            </a:lvl5pPr>
            <a:lvl6pPr marL="2743200" lvl="5" indent="-292100">
              <a:spcBef>
                <a:spcPts val="0"/>
              </a:spcBef>
              <a:spcAft>
                <a:spcPts val="0"/>
              </a:spcAft>
              <a:buClr>
                <a:schemeClr val="dk1"/>
              </a:buClr>
              <a:buSzPts val="1000"/>
              <a:buFont typeface="Jost"/>
              <a:buChar char="■"/>
              <a:defRPr sz="1000"/>
            </a:lvl6pPr>
            <a:lvl7pPr marL="3200400" lvl="6" indent="-292100">
              <a:spcBef>
                <a:spcPts val="0"/>
              </a:spcBef>
              <a:spcAft>
                <a:spcPts val="0"/>
              </a:spcAft>
              <a:buClr>
                <a:schemeClr val="dk1"/>
              </a:buClr>
              <a:buSzPts val="1000"/>
              <a:buFont typeface="Jost"/>
              <a:buChar char="●"/>
              <a:defRPr sz="1000"/>
            </a:lvl7pPr>
            <a:lvl8pPr marL="3657600" lvl="7" indent="-292100">
              <a:spcBef>
                <a:spcPts val="0"/>
              </a:spcBef>
              <a:spcAft>
                <a:spcPts val="0"/>
              </a:spcAft>
              <a:buClr>
                <a:schemeClr val="dk1"/>
              </a:buClr>
              <a:buSzPts val="1000"/>
              <a:buFont typeface="Jost"/>
              <a:buChar char="○"/>
              <a:defRPr sz="1000"/>
            </a:lvl8pPr>
            <a:lvl9pPr marL="4114800" lvl="8" indent="-292100">
              <a:spcBef>
                <a:spcPts val="0"/>
              </a:spcBef>
              <a:spcAft>
                <a:spcPts val="0"/>
              </a:spcAft>
              <a:buClr>
                <a:schemeClr val="dk1"/>
              </a:buClr>
              <a:buSzPts val="1000"/>
              <a:buFont typeface="Jost"/>
              <a:buChar char="■"/>
              <a:defRPr sz="1000"/>
            </a:lvl9pPr>
          </a:lstStyle>
          <a:p>
            <a:endParaRPr/>
          </a:p>
        </p:txBody>
      </p:sp>
      <p:sp>
        <p:nvSpPr>
          <p:cNvPr id="142" name="Google Shape;142;p13"/>
          <p:cNvSpPr txBox="1">
            <a:spLocks noGrp="1"/>
          </p:cNvSpPr>
          <p:nvPr>
            <p:ph type="subTitle" idx="8"/>
          </p:nvPr>
        </p:nvSpPr>
        <p:spPr>
          <a:xfrm>
            <a:off x="4903325" y="2653700"/>
            <a:ext cx="2378700" cy="167700"/>
          </a:xfrm>
          <a:prstGeom prst="rect">
            <a:avLst/>
          </a:prstGeom>
        </p:spPr>
        <p:txBody>
          <a:bodyPr spcFirstLastPara="1" wrap="square" lIns="0" tIns="0" rIns="0" bIns="0" anchor="ctr" anchorCtr="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a:endParaRPr/>
          </a:p>
        </p:txBody>
      </p:sp>
      <p:sp>
        <p:nvSpPr>
          <p:cNvPr id="143" name="Google Shape;143;p13"/>
          <p:cNvSpPr txBox="1">
            <a:spLocks noGrp="1"/>
          </p:cNvSpPr>
          <p:nvPr>
            <p:ph type="subTitle" idx="9"/>
          </p:nvPr>
        </p:nvSpPr>
        <p:spPr>
          <a:xfrm>
            <a:off x="4903325" y="1707800"/>
            <a:ext cx="2378700" cy="167700"/>
          </a:xfrm>
          <a:prstGeom prst="rect">
            <a:avLst/>
          </a:prstGeom>
        </p:spPr>
        <p:txBody>
          <a:bodyPr spcFirstLastPara="1" wrap="square" lIns="0" tIns="0" rIns="0" bIns="0" anchor="ctr" anchorCtr="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a:endParaRPr/>
          </a:p>
        </p:txBody>
      </p:sp>
      <p:sp>
        <p:nvSpPr>
          <p:cNvPr id="144" name="Google Shape;144;p13"/>
          <p:cNvSpPr txBox="1">
            <a:spLocks noGrp="1"/>
          </p:cNvSpPr>
          <p:nvPr>
            <p:ph type="subTitle" idx="13"/>
          </p:nvPr>
        </p:nvSpPr>
        <p:spPr>
          <a:xfrm>
            <a:off x="4903325" y="761900"/>
            <a:ext cx="2378700" cy="167700"/>
          </a:xfrm>
          <a:prstGeom prst="rect">
            <a:avLst/>
          </a:prstGeom>
        </p:spPr>
        <p:txBody>
          <a:bodyPr spcFirstLastPara="1" wrap="square" lIns="0" tIns="0" rIns="0" bIns="0" anchor="ctr" anchorCtr="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wo cards">
  <p:cSld name="CUSTOM_8_1_1_1_1_1_1_1_1_1_1_1_1_1_1_1_1_1_1_1_1_1_1_1_1">
    <p:spTree>
      <p:nvGrpSpPr>
        <p:cNvPr id="1" name="Shape 145"/>
        <p:cNvGrpSpPr/>
        <p:nvPr/>
      </p:nvGrpSpPr>
      <p:grpSpPr>
        <a:xfrm>
          <a:off x="0" y="0"/>
          <a:ext cx="0" cy="0"/>
          <a:chOff x="0" y="0"/>
          <a:chExt cx="0" cy="0"/>
        </a:xfrm>
      </p:grpSpPr>
      <p:sp>
        <p:nvSpPr>
          <p:cNvPr id="146" name="Google Shape;146;p14"/>
          <p:cNvSpPr txBox="1">
            <a:spLocks noGrp="1"/>
          </p:cNvSpPr>
          <p:nvPr>
            <p:ph type="title"/>
          </p:nvPr>
        </p:nvSpPr>
        <p:spPr>
          <a:xfrm>
            <a:off x="230075" y="58625"/>
            <a:ext cx="2500500" cy="172200"/>
          </a:xfrm>
          <a:prstGeom prst="rect">
            <a:avLst/>
          </a:prstGeom>
        </p:spPr>
        <p:txBody>
          <a:bodyPr spcFirstLastPara="1" wrap="square" lIns="0" tIns="0" rIns="0" bIns="0" anchor="ctr" anchorCtr="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a:endParaRPr/>
          </a:p>
        </p:txBody>
      </p:sp>
      <p:sp>
        <p:nvSpPr>
          <p:cNvPr id="147" name="Google Shape;147;p14"/>
          <p:cNvSpPr txBox="1">
            <a:spLocks noGrp="1"/>
          </p:cNvSpPr>
          <p:nvPr>
            <p:ph type="title" idx="2"/>
          </p:nvPr>
        </p:nvSpPr>
        <p:spPr>
          <a:xfrm>
            <a:off x="6414875" y="58625"/>
            <a:ext cx="2500500" cy="172200"/>
          </a:xfrm>
          <a:prstGeom prst="rect">
            <a:avLst/>
          </a:prstGeom>
        </p:spPr>
        <p:txBody>
          <a:bodyPr spcFirstLastPara="1" wrap="square" lIns="0" tIns="0" rIns="0" bIns="0" anchor="ctr" anchorCtr="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a:endParaRPr/>
          </a:p>
        </p:txBody>
      </p:sp>
      <p:sp>
        <p:nvSpPr>
          <p:cNvPr id="148" name="Google Shape;148;p14"/>
          <p:cNvSpPr txBox="1">
            <a:spLocks noGrp="1"/>
          </p:cNvSpPr>
          <p:nvPr>
            <p:ph type="title" idx="3"/>
          </p:nvPr>
        </p:nvSpPr>
        <p:spPr>
          <a:xfrm>
            <a:off x="228600" y="457200"/>
            <a:ext cx="4160400" cy="464700"/>
          </a:xfrm>
          <a:prstGeom prst="rect">
            <a:avLst/>
          </a:prstGeom>
        </p:spPr>
        <p:txBody>
          <a:bodyPr spcFirstLastPara="1" wrap="square" lIns="0" tIns="0" rIns="0" bIns="0" anchor="t" anchorCtr="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a:endParaRPr/>
          </a:p>
        </p:txBody>
      </p:sp>
      <p:sp>
        <p:nvSpPr>
          <p:cNvPr id="149" name="Google Shape;149;p14"/>
          <p:cNvSpPr txBox="1">
            <a:spLocks noGrp="1"/>
          </p:cNvSpPr>
          <p:nvPr>
            <p:ph type="body" idx="1"/>
          </p:nvPr>
        </p:nvSpPr>
        <p:spPr>
          <a:xfrm>
            <a:off x="228600" y="882000"/>
            <a:ext cx="2514300" cy="643800"/>
          </a:xfrm>
          <a:prstGeom prst="rect">
            <a:avLst/>
          </a:prstGeom>
        </p:spPr>
        <p:txBody>
          <a:bodyPr spcFirstLastPara="1" wrap="square" lIns="0" tIns="0" rIns="0" bIns="0" anchor="t" anchorCtr="0">
            <a:spAutoFit/>
          </a:bodyPr>
          <a:lstStyle>
            <a:lvl1pPr marL="457200" lvl="0" indent="-292100">
              <a:spcBef>
                <a:spcPts val="0"/>
              </a:spcBef>
              <a:spcAft>
                <a:spcPts val="0"/>
              </a:spcAft>
              <a:buClr>
                <a:schemeClr val="dk1"/>
              </a:buClr>
              <a:buSzPts val="1000"/>
              <a:buFont typeface="Jost"/>
              <a:buChar char="●"/>
              <a:defRPr sz="1000"/>
            </a:lvl1pPr>
            <a:lvl2pPr marL="914400" lvl="1" indent="-292100">
              <a:spcBef>
                <a:spcPts val="0"/>
              </a:spcBef>
              <a:spcAft>
                <a:spcPts val="0"/>
              </a:spcAft>
              <a:buClr>
                <a:schemeClr val="dk1"/>
              </a:buClr>
              <a:buSzPts val="1000"/>
              <a:buFont typeface="Jost"/>
              <a:buChar char="○"/>
              <a:defRPr sz="1000"/>
            </a:lvl2pPr>
            <a:lvl3pPr marL="1371600" lvl="2" indent="-292100">
              <a:spcBef>
                <a:spcPts val="0"/>
              </a:spcBef>
              <a:spcAft>
                <a:spcPts val="0"/>
              </a:spcAft>
              <a:buClr>
                <a:schemeClr val="dk1"/>
              </a:buClr>
              <a:buSzPts val="1000"/>
              <a:buFont typeface="Jost"/>
              <a:buChar char="■"/>
              <a:defRPr sz="1000"/>
            </a:lvl3pPr>
            <a:lvl4pPr marL="1828800" lvl="3" indent="-292100">
              <a:spcBef>
                <a:spcPts val="0"/>
              </a:spcBef>
              <a:spcAft>
                <a:spcPts val="0"/>
              </a:spcAft>
              <a:buClr>
                <a:schemeClr val="dk1"/>
              </a:buClr>
              <a:buSzPts val="1000"/>
              <a:buFont typeface="Jost"/>
              <a:buChar char="●"/>
              <a:defRPr sz="1000"/>
            </a:lvl4pPr>
            <a:lvl5pPr marL="2286000" lvl="4" indent="-292100">
              <a:spcBef>
                <a:spcPts val="0"/>
              </a:spcBef>
              <a:spcAft>
                <a:spcPts val="0"/>
              </a:spcAft>
              <a:buClr>
                <a:schemeClr val="dk1"/>
              </a:buClr>
              <a:buSzPts val="1000"/>
              <a:buFont typeface="Jost"/>
              <a:buChar char="○"/>
              <a:defRPr sz="1000"/>
            </a:lvl5pPr>
            <a:lvl6pPr marL="2743200" lvl="5" indent="-292100">
              <a:spcBef>
                <a:spcPts val="0"/>
              </a:spcBef>
              <a:spcAft>
                <a:spcPts val="0"/>
              </a:spcAft>
              <a:buClr>
                <a:schemeClr val="dk1"/>
              </a:buClr>
              <a:buSzPts val="1000"/>
              <a:buFont typeface="Jost"/>
              <a:buChar char="■"/>
              <a:defRPr sz="1000"/>
            </a:lvl6pPr>
            <a:lvl7pPr marL="3200400" lvl="6" indent="-292100">
              <a:spcBef>
                <a:spcPts val="0"/>
              </a:spcBef>
              <a:spcAft>
                <a:spcPts val="0"/>
              </a:spcAft>
              <a:buClr>
                <a:schemeClr val="dk1"/>
              </a:buClr>
              <a:buSzPts val="1000"/>
              <a:buFont typeface="Jost"/>
              <a:buChar char="●"/>
              <a:defRPr sz="1000"/>
            </a:lvl7pPr>
            <a:lvl8pPr marL="3657600" lvl="7" indent="-292100">
              <a:spcBef>
                <a:spcPts val="0"/>
              </a:spcBef>
              <a:spcAft>
                <a:spcPts val="0"/>
              </a:spcAft>
              <a:buClr>
                <a:schemeClr val="dk1"/>
              </a:buClr>
              <a:buSzPts val="1000"/>
              <a:buFont typeface="Jost"/>
              <a:buChar char="○"/>
              <a:defRPr sz="1000"/>
            </a:lvl8pPr>
            <a:lvl9pPr marL="4114800" lvl="8" indent="-292100">
              <a:spcBef>
                <a:spcPts val="0"/>
              </a:spcBef>
              <a:spcAft>
                <a:spcPts val="0"/>
              </a:spcAft>
              <a:buClr>
                <a:schemeClr val="dk1"/>
              </a:buClr>
              <a:buSzPts val="1000"/>
              <a:buFont typeface="Jost"/>
              <a:buChar char="■"/>
              <a:defRPr sz="1000"/>
            </a:lvl9pPr>
          </a:lstStyle>
          <a:p>
            <a:endParaRPr/>
          </a:p>
        </p:txBody>
      </p:sp>
      <p:sp>
        <p:nvSpPr>
          <p:cNvPr id="150" name="Google Shape;150;p14"/>
          <p:cNvSpPr txBox="1">
            <a:spLocks noGrp="1"/>
          </p:cNvSpPr>
          <p:nvPr>
            <p:ph type="subTitle" idx="4"/>
          </p:nvPr>
        </p:nvSpPr>
        <p:spPr>
          <a:xfrm>
            <a:off x="343325" y="2026000"/>
            <a:ext cx="2362200" cy="172200"/>
          </a:xfrm>
          <a:prstGeom prst="rect">
            <a:avLst/>
          </a:prstGeom>
        </p:spPr>
        <p:txBody>
          <a:bodyPr spcFirstLastPara="1" wrap="square" lIns="0" tIns="0" rIns="0" bIns="0" anchor="t" anchorCtr="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a:endParaRPr/>
          </a:p>
        </p:txBody>
      </p:sp>
      <p:sp>
        <p:nvSpPr>
          <p:cNvPr id="151" name="Google Shape;151;p14"/>
          <p:cNvSpPr txBox="1">
            <a:spLocks noGrp="1"/>
          </p:cNvSpPr>
          <p:nvPr>
            <p:ph type="subTitle" idx="5"/>
          </p:nvPr>
        </p:nvSpPr>
        <p:spPr>
          <a:xfrm>
            <a:off x="4733675" y="2026000"/>
            <a:ext cx="2362200" cy="172200"/>
          </a:xfrm>
          <a:prstGeom prst="rect">
            <a:avLst/>
          </a:prstGeom>
        </p:spPr>
        <p:txBody>
          <a:bodyPr spcFirstLastPara="1" wrap="square" lIns="0" tIns="0" rIns="0" bIns="0" anchor="t" anchorCtr="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List">
  <p:cSld name="CUSTOM_8_1_1_1_1_1_1_1_1_1_1_1_1_1_1_1_1_1_1_1_1_1_1_1_1_1">
    <p:spTree>
      <p:nvGrpSpPr>
        <p:cNvPr id="1" name="Shape 152"/>
        <p:cNvGrpSpPr/>
        <p:nvPr/>
      </p:nvGrpSpPr>
      <p:grpSpPr>
        <a:xfrm>
          <a:off x="0" y="0"/>
          <a:ext cx="0" cy="0"/>
          <a:chOff x="0" y="0"/>
          <a:chExt cx="0" cy="0"/>
        </a:xfrm>
      </p:grpSpPr>
      <p:sp>
        <p:nvSpPr>
          <p:cNvPr id="153" name="Google Shape;153;p15"/>
          <p:cNvSpPr txBox="1">
            <a:spLocks noGrp="1"/>
          </p:cNvSpPr>
          <p:nvPr>
            <p:ph type="title"/>
          </p:nvPr>
        </p:nvSpPr>
        <p:spPr>
          <a:xfrm>
            <a:off x="230075" y="58625"/>
            <a:ext cx="2500500" cy="172200"/>
          </a:xfrm>
          <a:prstGeom prst="rect">
            <a:avLst/>
          </a:prstGeom>
        </p:spPr>
        <p:txBody>
          <a:bodyPr spcFirstLastPara="1" wrap="square" lIns="0" tIns="0" rIns="0" bIns="0" anchor="ctr" anchorCtr="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a:endParaRPr/>
          </a:p>
        </p:txBody>
      </p:sp>
      <p:sp>
        <p:nvSpPr>
          <p:cNvPr id="154" name="Google Shape;154;p15"/>
          <p:cNvSpPr txBox="1">
            <a:spLocks noGrp="1"/>
          </p:cNvSpPr>
          <p:nvPr>
            <p:ph type="title" idx="2"/>
          </p:nvPr>
        </p:nvSpPr>
        <p:spPr>
          <a:xfrm>
            <a:off x="6414875" y="58625"/>
            <a:ext cx="2500500" cy="172200"/>
          </a:xfrm>
          <a:prstGeom prst="rect">
            <a:avLst/>
          </a:prstGeom>
        </p:spPr>
        <p:txBody>
          <a:bodyPr spcFirstLastPara="1" wrap="square" lIns="0" tIns="0" rIns="0" bIns="0" anchor="ctr" anchorCtr="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a:endParaRPr/>
          </a:p>
        </p:txBody>
      </p:sp>
      <p:sp>
        <p:nvSpPr>
          <p:cNvPr id="155" name="Google Shape;155;p15"/>
          <p:cNvSpPr txBox="1">
            <a:spLocks noGrp="1"/>
          </p:cNvSpPr>
          <p:nvPr>
            <p:ph type="body" idx="1"/>
          </p:nvPr>
        </p:nvSpPr>
        <p:spPr>
          <a:xfrm>
            <a:off x="4637600" y="4326275"/>
            <a:ext cx="3934800" cy="449100"/>
          </a:xfrm>
          <a:prstGeom prst="rect">
            <a:avLst/>
          </a:prstGeom>
        </p:spPr>
        <p:txBody>
          <a:bodyPr spcFirstLastPara="1" wrap="square" lIns="0" tIns="0" rIns="0" bIns="0" anchor="ctr" anchorCtr="0">
            <a:noAutofit/>
          </a:bodyPr>
          <a:lstStyle>
            <a:lvl1pPr marL="457200" lvl="0" indent="-292100">
              <a:spcBef>
                <a:spcPts val="0"/>
              </a:spcBef>
              <a:spcAft>
                <a:spcPts val="0"/>
              </a:spcAft>
              <a:buClr>
                <a:schemeClr val="dk1"/>
              </a:buClr>
              <a:buSzPts val="1000"/>
              <a:buFont typeface="Jost"/>
              <a:buChar char="●"/>
              <a:defRPr sz="1000"/>
            </a:lvl1pPr>
            <a:lvl2pPr marL="914400" lvl="1" indent="-292100">
              <a:spcBef>
                <a:spcPts val="0"/>
              </a:spcBef>
              <a:spcAft>
                <a:spcPts val="0"/>
              </a:spcAft>
              <a:buClr>
                <a:schemeClr val="dk1"/>
              </a:buClr>
              <a:buSzPts val="1000"/>
              <a:buFont typeface="Jost"/>
              <a:buChar char="○"/>
              <a:defRPr sz="1000"/>
            </a:lvl2pPr>
            <a:lvl3pPr marL="1371600" lvl="2" indent="-292100">
              <a:spcBef>
                <a:spcPts val="0"/>
              </a:spcBef>
              <a:spcAft>
                <a:spcPts val="0"/>
              </a:spcAft>
              <a:buClr>
                <a:schemeClr val="dk1"/>
              </a:buClr>
              <a:buSzPts val="1000"/>
              <a:buFont typeface="Jost"/>
              <a:buChar char="■"/>
              <a:defRPr sz="1000"/>
            </a:lvl3pPr>
            <a:lvl4pPr marL="1828800" lvl="3" indent="-292100">
              <a:spcBef>
                <a:spcPts val="0"/>
              </a:spcBef>
              <a:spcAft>
                <a:spcPts val="0"/>
              </a:spcAft>
              <a:buClr>
                <a:schemeClr val="dk1"/>
              </a:buClr>
              <a:buSzPts val="1000"/>
              <a:buFont typeface="Jost"/>
              <a:buChar char="●"/>
              <a:defRPr sz="1000"/>
            </a:lvl4pPr>
            <a:lvl5pPr marL="2286000" lvl="4" indent="-292100">
              <a:spcBef>
                <a:spcPts val="0"/>
              </a:spcBef>
              <a:spcAft>
                <a:spcPts val="0"/>
              </a:spcAft>
              <a:buClr>
                <a:schemeClr val="dk1"/>
              </a:buClr>
              <a:buSzPts val="1000"/>
              <a:buFont typeface="Jost"/>
              <a:buChar char="○"/>
              <a:defRPr sz="1000"/>
            </a:lvl5pPr>
            <a:lvl6pPr marL="2743200" lvl="5" indent="-292100">
              <a:spcBef>
                <a:spcPts val="0"/>
              </a:spcBef>
              <a:spcAft>
                <a:spcPts val="0"/>
              </a:spcAft>
              <a:buClr>
                <a:schemeClr val="dk1"/>
              </a:buClr>
              <a:buSzPts val="1000"/>
              <a:buFont typeface="Jost"/>
              <a:buChar char="■"/>
              <a:defRPr sz="1000"/>
            </a:lvl6pPr>
            <a:lvl7pPr marL="3200400" lvl="6" indent="-292100">
              <a:spcBef>
                <a:spcPts val="0"/>
              </a:spcBef>
              <a:spcAft>
                <a:spcPts val="0"/>
              </a:spcAft>
              <a:buClr>
                <a:schemeClr val="dk1"/>
              </a:buClr>
              <a:buSzPts val="1000"/>
              <a:buFont typeface="Jost"/>
              <a:buChar char="●"/>
              <a:defRPr sz="1000"/>
            </a:lvl7pPr>
            <a:lvl8pPr marL="3657600" lvl="7" indent="-292100">
              <a:spcBef>
                <a:spcPts val="0"/>
              </a:spcBef>
              <a:spcAft>
                <a:spcPts val="0"/>
              </a:spcAft>
              <a:buClr>
                <a:schemeClr val="dk1"/>
              </a:buClr>
              <a:buSzPts val="1000"/>
              <a:buFont typeface="Jost"/>
              <a:buChar char="○"/>
              <a:defRPr sz="1000"/>
            </a:lvl8pPr>
            <a:lvl9pPr marL="4114800" lvl="8" indent="-292100">
              <a:spcBef>
                <a:spcPts val="0"/>
              </a:spcBef>
              <a:spcAft>
                <a:spcPts val="0"/>
              </a:spcAft>
              <a:buClr>
                <a:schemeClr val="dk1"/>
              </a:buClr>
              <a:buSzPts val="1000"/>
              <a:buFont typeface="Jost"/>
              <a:buChar char="■"/>
              <a:defRPr sz="1000"/>
            </a:lvl9pPr>
          </a:lstStyle>
          <a:p>
            <a:endParaRPr/>
          </a:p>
        </p:txBody>
      </p:sp>
      <p:sp>
        <p:nvSpPr>
          <p:cNvPr id="156" name="Google Shape;156;p15"/>
          <p:cNvSpPr txBox="1">
            <a:spLocks noGrp="1"/>
          </p:cNvSpPr>
          <p:nvPr>
            <p:ph type="subTitle" idx="3"/>
          </p:nvPr>
        </p:nvSpPr>
        <p:spPr>
          <a:xfrm>
            <a:off x="1603898" y="4342896"/>
            <a:ext cx="2372700" cy="415800"/>
          </a:xfrm>
          <a:prstGeom prst="rect">
            <a:avLst/>
          </a:prstGeom>
        </p:spPr>
        <p:txBody>
          <a:bodyPr spcFirstLastPara="1" wrap="square" lIns="0" tIns="0" rIns="0" bIns="0" anchor="ctr" anchorCtr="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a:endParaRPr/>
          </a:p>
        </p:txBody>
      </p:sp>
      <p:sp>
        <p:nvSpPr>
          <p:cNvPr id="157" name="Google Shape;157;p15"/>
          <p:cNvSpPr txBox="1">
            <a:spLocks noGrp="1"/>
          </p:cNvSpPr>
          <p:nvPr>
            <p:ph type="subTitle" idx="4"/>
          </p:nvPr>
        </p:nvSpPr>
        <p:spPr>
          <a:xfrm>
            <a:off x="330825" y="4189325"/>
            <a:ext cx="923400" cy="723000"/>
          </a:xfrm>
          <a:prstGeom prst="rect">
            <a:avLst/>
          </a:prstGeom>
        </p:spPr>
        <p:txBody>
          <a:bodyPr spcFirstLastPara="1" wrap="square" lIns="0" tIns="0" rIns="0" bIns="0" anchor="ctr" anchorCtr="0">
            <a:noAutofit/>
          </a:bodyPr>
          <a:lstStyle>
            <a:lvl1pPr lvl="0">
              <a:spcBef>
                <a:spcPts val="0"/>
              </a:spcBef>
              <a:spcAft>
                <a:spcPts val="0"/>
              </a:spcAft>
              <a:buNone/>
              <a:defRPr sz="4800">
                <a:solidFill>
                  <a:schemeClr val="lt2"/>
                </a:solidFill>
              </a:defRPr>
            </a:lvl1pPr>
            <a:lvl2pPr lvl="1">
              <a:spcBef>
                <a:spcPts val="0"/>
              </a:spcBef>
              <a:spcAft>
                <a:spcPts val="0"/>
              </a:spcAft>
              <a:buNone/>
              <a:defRPr sz="4800">
                <a:solidFill>
                  <a:schemeClr val="lt2"/>
                </a:solidFill>
              </a:defRPr>
            </a:lvl2pPr>
            <a:lvl3pPr lvl="2">
              <a:spcBef>
                <a:spcPts val="0"/>
              </a:spcBef>
              <a:spcAft>
                <a:spcPts val="0"/>
              </a:spcAft>
              <a:buNone/>
              <a:defRPr sz="4800">
                <a:solidFill>
                  <a:schemeClr val="lt2"/>
                </a:solidFill>
              </a:defRPr>
            </a:lvl3pPr>
            <a:lvl4pPr lvl="3">
              <a:spcBef>
                <a:spcPts val="0"/>
              </a:spcBef>
              <a:spcAft>
                <a:spcPts val="0"/>
              </a:spcAft>
              <a:buNone/>
              <a:defRPr sz="4800">
                <a:solidFill>
                  <a:schemeClr val="lt2"/>
                </a:solidFill>
              </a:defRPr>
            </a:lvl4pPr>
            <a:lvl5pPr lvl="4">
              <a:spcBef>
                <a:spcPts val="0"/>
              </a:spcBef>
              <a:spcAft>
                <a:spcPts val="0"/>
              </a:spcAft>
              <a:buNone/>
              <a:defRPr sz="4800">
                <a:solidFill>
                  <a:schemeClr val="lt2"/>
                </a:solidFill>
              </a:defRPr>
            </a:lvl5pPr>
            <a:lvl6pPr lvl="5">
              <a:spcBef>
                <a:spcPts val="0"/>
              </a:spcBef>
              <a:spcAft>
                <a:spcPts val="0"/>
              </a:spcAft>
              <a:buNone/>
              <a:defRPr sz="4800">
                <a:solidFill>
                  <a:schemeClr val="lt2"/>
                </a:solidFill>
              </a:defRPr>
            </a:lvl6pPr>
            <a:lvl7pPr lvl="6">
              <a:spcBef>
                <a:spcPts val="0"/>
              </a:spcBef>
              <a:spcAft>
                <a:spcPts val="0"/>
              </a:spcAft>
              <a:buNone/>
              <a:defRPr sz="4800">
                <a:solidFill>
                  <a:schemeClr val="lt2"/>
                </a:solidFill>
              </a:defRPr>
            </a:lvl7pPr>
            <a:lvl8pPr lvl="7">
              <a:spcBef>
                <a:spcPts val="0"/>
              </a:spcBef>
              <a:spcAft>
                <a:spcPts val="0"/>
              </a:spcAft>
              <a:buNone/>
              <a:defRPr sz="4800">
                <a:solidFill>
                  <a:schemeClr val="lt2"/>
                </a:solidFill>
              </a:defRPr>
            </a:lvl8pPr>
            <a:lvl9pPr lvl="8">
              <a:spcBef>
                <a:spcPts val="0"/>
              </a:spcBef>
              <a:spcAft>
                <a:spcPts val="0"/>
              </a:spcAft>
              <a:buNone/>
              <a:defRPr sz="4800">
                <a:solidFill>
                  <a:schemeClr val="lt2"/>
                </a:solidFill>
              </a:defRPr>
            </a:lvl9pPr>
          </a:lstStyle>
          <a:p>
            <a:endParaRPr/>
          </a:p>
        </p:txBody>
      </p:sp>
      <p:sp>
        <p:nvSpPr>
          <p:cNvPr id="158" name="Google Shape;158;p15"/>
          <p:cNvSpPr txBox="1">
            <a:spLocks noGrp="1"/>
          </p:cNvSpPr>
          <p:nvPr>
            <p:ph type="body" idx="5"/>
          </p:nvPr>
        </p:nvSpPr>
        <p:spPr>
          <a:xfrm>
            <a:off x="4637600" y="3322645"/>
            <a:ext cx="3934800" cy="449100"/>
          </a:xfrm>
          <a:prstGeom prst="rect">
            <a:avLst/>
          </a:prstGeom>
        </p:spPr>
        <p:txBody>
          <a:bodyPr spcFirstLastPara="1" wrap="square" lIns="0" tIns="0" rIns="0" bIns="0" anchor="ctr" anchorCtr="0">
            <a:noAutofit/>
          </a:bodyPr>
          <a:lstStyle>
            <a:lvl1pPr marL="457200" lvl="0" indent="-292100">
              <a:spcBef>
                <a:spcPts val="0"/>
              </a:spcBef>
              <a:spcAft>
                <a:spcPts val="0"/>
              </a:spcAft>
              <a:buClr>
                <a:schemeClr val="dk1"/>
              </a:buClr>
              <a:buSzPts val="1000"/>
              <a:buFont typeface="Jost"/>
              <a:buChar char="●"/>
              <a:defRPr sz="1000"/>
            </a:lvl1pPr>
            <a:lvl2pPr marL="914400" lvl="1" indent="-292100">
              <a:spcBef>
                <a:spcPts val="0"/>
              </a:spcBef>
              <a:spcAft>
                <a:spcPts val="0"/>
              </a:spcAft>
              <a:buClr>
                <a:schemeClr val="dk1"/>
              </a:buClr>
              <a:buSzPts val="1000"/>
              <a:buFont typeface="Jost"/>
              <a:buChar char="○"/>
              <a:defRPr sz="1000"/>
            </a:lvl2pPr>
            <a:lvl3pPr marL="1371600" lvl="2" indent="-292100">
              <a:spcBef>
                <a:spcPts val="0"/>
              </a:spcBef>
              <a:spcAft>
                <a:spcPts val="0"/>
              </a:spcAft>
              <a:buClr>
                <a:schemeClr val="dk1"/>
              </a:buClr>
              <a:buSzPts val="1000"/>
              <a:buFont typeface="Jost"/>
              <a:buChar char="■"/>
              <a:defRPr sz="1000"/>
            </a:lvl3pPr>
            <a:lvl4pPr marL="1828800" lvl="3" indent="-292100">
              <a:spcBef>
                <a:spcPts val="0"/>
              </a:spcBef>
              <a:spcAft>
                <a:spcPts val="0"/>
              </a:spcAft>
              <a:buClr>
                <a:schemeClr val="dk1"/>
              </a:buClr>
              <a:buSzPts val="1000"/>
              <a:buFont typeface="Jost"/>
              <a:buChar char="●"/>
              <a:defRPr sz="1000"/>
            </a:lvl4pPr>
            <a:lvl5pPr marL="2286000" lvl="4" indent="-292100">
              <a:spcBef>
                <a:spcPts val="0"/>
              </a:spcBef>
              <a:spcAft>
                <a:spcPts val="0"/>
              </a:spcAft>
              <a:buClr>
                <a:schemeClr val="dk1"/>
              </a:buClr>
              <a:buSzPts val="1000"/>
              <a:buFont typeface="Jost"/>
              <a:buChar char="○"/>
              <a:defRPr sz="1000"/>
            </a:lvl5pPr>
            <a:lvl6pPr marL="2743200" lvl="5" indent="-292100">
              <a:spcBef>
                <a:spcPts val="0"/>
              </a:spcBef>
              <a:spcAft>
                <a:spcPts val="0"/>
              </a:spcAft>
              <a:buClr>
                <a:schemeClr val="dk1"/>
              </a:buClr>
              <a:buSzPts val="1000"/>
              <a:buFont typeface="Jost"/>
              <a:buChar char="■"/>
              <a:defRPr sz="1000"/>
            </a:lvl6pPr>
            <a:lvl7pPr marL="3200400" lvl="6" indent="-292100">
              <a:spcBef>
                <a:spcPts val="0"/>
              </a:spcBef>
              <a:spcAft>
                <a:spcPts val="0"/>
              </a:spcAft>
              <a:buClr>
                <a:schemeClr val="dk1"/>
              </a:buClr>
              <a:buSzPts val="1000"/>
              <a:buFont typeface="Jost"/>
              <a:buChar char="●"/>
              <a:defRPr sz="1000"/>
            </a:lvl7pPr>
            <a:lvl8pPr marL="3657600" lvl="7" indent="-292100">
              <a:spcBef>
                <a:spcPts val="0"/>
              </a:spcBef>
              <a:spcAft>
                <a:spcPts val="0"/>
              </a:spcAft>
              <a:buClr>
                <a:schemeClr val="dk1"/>
              </a:buClr>
              <a:buSzPts val="1000"/>
              <a:buFont typeface="Jost"/>
              <a:buChar char="○"/>
              <a:defRPr sz="1000"/>
            </a:lvl8pPr>
            <a:lvl9pPr marL="4114800" lvl="8" indent="-292100">
              <a:spcBef>
                <a:spcPts val="0"/>
              </a:spcBef>
              <a:spcAft>
                <a:spcPts val="0"/>
              </a:spcAft>
              <a:buClr>
                <a:schemeClr val="dk1"/>
              </a:buClr>
              <a:buSzPts val="1000"/>
              <a:buFont typeface="Jost"/>
              <a:buChar char="■"/>
              <a:defRPr sz="1000"/>
            </a:lvl9pPr>
          </a:lstStyle>
          <a:p>
            <a:endParaRPr/>
          </a:p>
        </p:txBody>
      </p:sp>
      <p:sp>
        <p:nvSpPr>
          <p:cNvPr id="159" name="Google Shape;159;p15"/>
          <p:cNvSpPr txBox="1">
            <a:spLocks noGrp="1"/>
          </p:cNvSpPr>
          <p:nvPr>
            <p:ph type="subTitle" idx="6"/>
          </p:nvPr>
        </p:nvSpPr>
        <p:spPr>
          <a:xfrm>
            <a:off x="1603898" y="3339267"/>
            <a:ext cx="2372700" cy="415800"/>
          </a:xfrm>
          <a:prstGeom prst="rect">
            <a:avLst/>
          </a:prstGeom>
        </p:spPr>
        <p:txBody>
          <a:bodyPr spcFirstLastPara="1" wrap="square" lIns="0" tIns="0" rIns="0" bIns="0" anchor="ctr" anchorCtr="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a:endParaRPr/>
          </a:p>
        </p:txBody>
      </p:sp>
      <p:sp>
        <p:nvSpPr>
          <p:cNvPr id="160" name="Google Shape;160;p15"/>
          <p:cNvSpPr txBox="1">
            <a:spLocks noGrp="1"/>
          </p:cNvSpPr>
          <p:nvPr>
            <p:ph type="subTitle" idx="7"/>
          </p:nvPr>
        </p:nvSpPr>
        <p:spPr>
          <a:xfrm>
            <a:off x="330825" y="3185695"/>
            <a:ext cx="923400" cy="723000"/>
          </a:xfrm>
          <a:prstGeom prst="rect">
            <a:avLst/>
          </a:prstGeom>
        </p:spPr>
        <p:txBody>
          <a:bodyPr spcFirstLastPara="1" wrap="square" lIns="0" tIns="0" rIns="0" bIns="0" anchor="ctr" anchorCtr="0">
            <a:noAutofit/>
          </a:bodyPr>
          <a:lstStyle>
            <a:lvl1pPr lvl="0">
              <a:spcBef>
                <a:spcPts val="0"/>
              </a:spcBef>
              <a:spcAft>
                <a:spcPts val="0"/>
              </a:spcAft>
              <a:buNone/>
              <a:defRPr sz="4800">
                <a:solidFill>
                  <a:schemeClr val="lt2"/>
                </a:solidFill>
              </a:defRPr>
            </a:lvl1pPr>
            <a:lvl2pPr lvl="1">
              <a:spcBef>
                <a:spcPts val="0"/>
              </a:spcBef>
              <a:spcAft>
                <a:spcPts val="0"/>
              </a:spcAft>
              <a:buNone/>
              <a:defRPr sz="4800">
                <a:solidFill>
                  <a:schemeClr val="lt2"/>
                </a:solidFill>
              </a:defRPr>
            </a:lvl2pPr>
            <a:lvl3pPr lvl="2">
              <a:spcBef>
                <a:spcPts val="0"/>
              </a:spcBef>
              <a:spcAft>
                <a:spcPts val="0"/>
              </a:spcAft>
              <a:buNone/>
              <a:defRPr sz="4800">
                <a:solidFill>
                  <a:schemeClr val="lt2"/>
                </a:solidFill>
              </a:defRPr>
            </a:lvl3pPr>
            <a:lvl4pPr lvl="3">
              <a:spcBef>
                <a:spcPts val="0"/>
              </a:spcBef>
              <a:spcAft>
                <a:spcPts val="0"/>
              </a:spcAft>
              <a:buNone/>
              <a:defRPr sz="4800">
                <a:solidFill>
                  <a:schemeClr val="lt2"/>
                </a:solidFill>
              </a:defRPr>
            </a:lvl4pPr>
            <a:lvl5pPr lvl="4">
              <a:spcBef>
                <a:spcPts val="0"/>
              </a:spcBef>
              <a:spcAft>
                <a:spcPts val="0"/>
              </a:spcAft>
              <a:buNone/>
              <a:defRPr sz="4800">
                <a:solidFill>
                  <a:schemeClr val="lt2"/>
                </a:solidFill>
              </a:defRPr>
            </a:lvl5pPr>
            <a:lvl6pPr lvl="5">
              <a:spcBef>
                <a:spcPts val="0"/>
              </a:spcBef>
              <a:spcAft>
                <a:spcPts val="0"/>
              </a:spcAft>
              <a:buNone/>
              <a:defRPr sz="4800">
                <a:solidFill>
                  <a:schemeClr val="lt2"/>
                </a:solidFill>
              </a:defRPr>
            </a:lvl6pPr>
            <a:lvl7pPr lvl="6">
              <a:spcBef>
                <a:spcPts val="0"/>
              </a:spcBef>
              <a:spcAft>
                <a:spcPts val="0"/>
              </a:spcAft>
              <a:buNone/>
              <a:defRPr sz="4800">
                <a:solidFill>
                  <a:schemeClr val="lt2"/>
                </a:solidFill>
              </a:defRPr>
            </a:lvl7pPr>
            <a:lvl8pPr lvl="7">
              <a:spcBef>
                <a:spcPts val="0"/>
              </a:spcBef>
              <a:spcAft>
                <a:spcPts val="0"/>
              </a:spcAft>
              <a:buNone/>
              <a:defRPr sz="4800">
                <a:solidFill>
                  <a:schemeClr val="lt2"/>
                </a:solidFill>
              </a:defRPr>
            </a:lvl8pPr>
            <a:lvl9pPr lvl="8">
              <a:spcBef>
                <a:spcPts val="0"/>
              </a:spcBef>
              <a:spcAft>
                <a:spcPts val="0"/>
              </a:spcAft>
              <a:buNone/>
              <a:defRPr sz="4800">
                <a:solidFill>
                  <a:schemeClr val="lt2"/>
                </a:solidFill>
              </a:defRPr>
            </a:lvl9pPr>
          </a:lstStyle>
          <a:p>
            <a:endParaRPr/>
          </a:p>
        </p:txBody>
      </p:sp>
      <p:sp>
        <p:nvSpPr>
          <p:cNvPr id="161" name="Google Shape;161;p15"/>
          <p:cNvSpPr txBox="1">
            <a:spLocks noGrp="1"/>
          </p:cNvSpPr>
          <p:nvPr>
            <p:ph type="body" idx="8"/>
          </p:nvPr>
        </p:nvSpPr>
        <p:spPr>
          <a:xfrm>
            <a:off x="4637600" y="2341985"/>
            <a:ext cx="3934800" cy="449100"/>
          </a:xfrm>
          <a:prstGeom prst="rect">
            <a:avLst/>
          </a:prstGeom>
        </p:spPr>
        <p:txBody>
          <a:bodyPr spcFirstLastPara="1" wrap="square" lIns="0" tIns="0" rIns="0" bIns="0" anchor="ctr" anchorCtr="0">
            <a:noAutofit/>
          </a:bodyPr>
          <a:lstStyle>
            <a:lvl1pPr marL="457200" lvl="0" indent="-292100">
              <a:spcBef>
                <a:spcPts val="0"/>
              </a:spcBef>
              <a:spcAft>
                <a:spcPts val="0"/>
              </a:spcAft>
              <a:buClr>
                <a:schemeClr val="dk1"/>
              </a:buClr>
              <a:buSzPts val="1000"/>
              <a:buFont typeface="Jost"/>
              <a:buChar char="●"/>
              <a:defRPr sz="1000"/>
            </a:lvl1pPr>
            <a:lvl2pPr marL="914400" lvl="1" indent="-292100">
              <a:spcBef>
                <a:spcPts val="0"/>
              </a:spcBef>
              <a:spcAft>
                <a:spcPts val="0"/>
              </a:spcAft>
              <a:buClr>
                <a:schemeClr val="dk1"/>
              </a:buClr>
              <a:buSzPts val="1000"/>
              <a:buFont typeface="Jost"/>
              <a:buChar char="○"/>
              <a:defRPr sz="1000"/>
            </a:lvl2pPr>
            <a:lvl3pPr marL="1371600" lvl="2" indent="-292100">
              <a:spcBef>
                <a:spcPts val="0"/>
              </a:spcBef>
              <a:spcAft>
                <a:spcPts val="0"/>
              </a:spcAft>
              <a:buClr>
                <a:schemeClr val="dk1"/>
              </a:buClr>
              <a:buSzPts val="1000"/>
              <a:buFont typeface="Jost"/>
              <a:buChar char="■"/>
              <a:defRPr sz="1000"/>
            </a:lvl3pPr>
            <a:lvl4pPr marL="1828800" lvl="3" indent="-292100">
              <a:spcBef>
                <a:spcPts val="0"/>
              </a:spcBef>
              <a:spcAft>
                <a:spcPts val="0"/>
              </a:spcAft>
              <a:buClr>
                <a:schemeClr val="dk1"/>
              </a:buClr>
              <a:buSzPts val="1000"/>
              <a:buFont typeface="Jost"/>
              <a:buChar char="●"/>
              <a:defRPr sz="1000"/>
            </a:lvl4pPr>
            <a:lvl5pPr marL="2286000" lvl="4" indent="-292100">
              <a:spcBef>
                <a:spcPts val="0"/>
              </a:spcBef>
              <a:spcAft>
                <a:spcPts val="0"/>
              </a:spcAft>
              <a:buClr>
                <a:schemeClr val="dk1"/>
              </a:buClr>
              <a:buSzPts val="1000"/>
              <a:buFont typeface="Jost"/>
              <a:buChar char="○"/>
              <a:defRPr sz="1000"/>
            </a:lvl5pPr>
            <a:lvl6pPr marL="2743200" lvl="5" indent="-292100">
              <a:spcBef>
                <a:spcPts val="0"/>
              </a:spcBef>
              <a:spcAft>
                <a:spcPts val="0"/>
              </a:spcAft>
              <a:buClr>
                <a:schemeClr val="dk1"/>
              </a:buClr>
              <a:buSzPts val="1000"/>
              <a:buFont typeface="Jost"/>
              <a:buChar char="■"/>
              <a:defRPr sz="1000"/>
            </a:lvl6pPr>
            <a:lvl7pPr marL="3200400" lvl="6" indent="-292100">
              <a:spcBef>
                <a:spcPts val="0"/>
              </a:spcBef>
              <a:spcAft>
                <a:spcPts val="0"/>
              </a:spcAft>
              <a:buClr>
                <a:schemeClr val="dk1"/>
              </a:buClr>
              <a:buSzPts val="1000"/>
              <a:buFont typeface="Jost"/>
              <a:buChar char="●"/>
              <a:defRPr sz="1000"/>
            </a:lvl7pPr>
            <a:lvl8pPr marL="3657600" lvl="7" indent="-292100">
              <a:spcBef>
                <a:spcPts val="0"/>
              </a:spcBef>
              <a:spcAft>
                <a:spcPts val="0"/>
              </a:spcAft>
              <a:buClr>
                <a:schemeClr val="dk1"/>
              </a:buClr>
              <a:buSzPts val="1000"/>
              <a:buFont typeface="Jost"/>
              <a:buChar char="○"/>
              <a:defRPr sz="1000"/>
            </a:lvl8pPr>
            <a:lvl9pPr marL="4114800" lvl="8" indent="-292100">
              <a:spcBef>
                <a:spcPts val="0"/>
              </a:spcBef>
              <a:spcAft>
                <a:spcPts val="0"/>
              </a:spcAft>
              <a:buClr>
                <a:schemeClr val="dk1"/>
              </a:buClr>
              <a:buSzPts val="1000"/>
              <a:buFont typeface="Jost"/>
              <a:buChar char="■"/>
              <a:defRPr sz="1000"/>
            </a:lvl9pPr>
          </a:lstStyle>
          <a:p>
            <a:endParaRPr/>
          </a:p>
        </p:txBody>
      </p:sp>
      <p:sp>
        <p:nvSpPr>
          <p:cNvPr id="162" name="Google Shape;162;p15"/>
          <p:cNvSpPr txBox="1">
            <a:spLocks noGrp="1"/>
          </p:cNvSpPr>
          <p:nvPr>
            <p:ph type="subTitle" idx="9"/>
          </p:nvPr>
        </p:nvSpPr>
        <p:spPr>
          <a:xfrm>
            <a:off x="1603898" y="2358608"/>
            <a:ext cx="2372700" cy="415800"/>
          </a:xfrm>
          <a:prstGeom prst="rect">
            <a:avLst/>
          </a:prstGeom>
        </p:spPr>
        <p:txBody>
          <a:bodyPr spcFirstLastPara="1" wrap="square" lIns="0" tIns="0" rIns="0" bIns="0" anchor="ctr" anchorCtr="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a:endParaRPr/>
          </a:p>
        </p:txBody>
      </p:sp>
      <p:sp>
        <p:nvSpPr>
          <p:cNvPr id="163" name="Google Shape;163;p15"/>
          <p:cNvSpPr txBox="1">
            <a:spLocks noGrp="1"/>
          </p:cNvSpPr>
          <p:nvPr>
            <p:ph type="subTitle" idx="13"/>
          </p:nvPr>
        </p:nvSpPr>
        <p:spPr>
          <a:xfrm>
            <a:off x="330825" y="2205037"/>
            <a:ext cx="923400" cy="723000"/>
          </a:xfrm>
          <a:prstGeom prst="rect">
            <a:avLst/>
          </a:prstGeom>
        </p:spPr>
        <p:txBody>
          <a:bodyPr spcFirstLastPara="1" wrap="square" lIns="0" tIns="0" rIns="0" bIns="0" anchor="ctr" anchorCtr="0">
            <a:noAutofit/>
          </a:bodyPr>
          <a:lstStyle>
            <a:lvl1pPr lvl="0">
              <a:spcBef>
                <a:spcPts val="0"/>
              </a:spcBef>
              <a:spcAft>
                <a:spcPts val="0"/>
              </a:spcAft>
              <a:buNone/>
              <a:defRPr sz="4800">
                <a:solidFill>
                  <a:schemeClr val="lt2"/>
                </a:solidFill>
              </a:defRPr>
            </a:lvl1pPr>
            <a:lvl2pPr lvl="1">
              <a:spcBef>
                <a:spcPts val="0"/>
              </a:spcBef>
              <a:spcAft>
                <a:spcPts val="0"/>
              </a:spcAft>
              <a:buNone/>
              <a:defRPr sz="4800">
                <a:solidFill>
                  <a:schemeClr val="lt2"/>
                </a:solidFill>
              </a:defRPr>
            </a:lvl2pPr>
            <a:lvl3pPr lvl="2">
              <a:spcBef>
                <a:spcPts val="0"/>
              </a:spcBef>
              <a:spcAft>
                <a:spcPts val="0"/>
              </a:spcAft>
              <a:buNone/>
              <a:defRPr sz="4800">
                <a:solidFill>
                  <a:schemeClr val="lt2"/>
                </a:solidFill>
              </a:defRPr>
            </a:lvl3pPr>
            <a:lvl4pPr lvl="3">
              <a:spcBef>
                <a:spcPts val="0"/>
              </a:spcBef>
              <a:spcAft>
                <a:spcPts val="0"/>
              </a:spcAft>
              <a:buNone/>
              <a:defRPr sz="4800">
                <a:solidFill>
                  <a:schemeClr val="lt2"/>
                </a:solidFill>
              </a:defRPr>
            </a:lvl4pPr>
            <a:lvl5pPr lvl="4">
              <a:spcBef>
                <a:spcPts val="0"/>
              </a:spcBef>
              <a:spcAft>
                <a:spcPts val="0"/>
              </a:spcAft>
              <a:buNone/>
              <a:defRPr sz="4800">
                <a:solidFill>
                  <a:schemeClr val="lt2"/>
                </a:solidFill>
              </a:defRPr>
            </a:lvl5pPr>
            <a:lvl6pPr lvl="5">
              <a:spcBef>
                <a:spcPts val="0"/>
              </a:spcBef>
              <a:spcAft>
                <a:spcPts val="0"/>
              </a:spcAft>
              <a:buNone/>
              <a:defRPr sz="4800">
                <a:solidFill>
                  <a:schemeClr val="lt2"/>
                </a:solidFill>
              </a:defRPr>
            </a:lvl6pPr>
            <a:lvl7pPr lvl="6">
              <a:spcBef>
                <a:spcPts val="0"/>
              </a:spcBef>
              <a:spcAft>
                <a:spcPts val="0"/>
              </a:spcAft>
              <a:buNone/>
              <a:defRPr sz="4800">
                <a:solidFill>
                  <a:schemeClr val="lt2"/>
                </a:solidFill>
              </a:defRPr>
            </a:lvl7pPr>
            <a:lvl8pPr lvl="7">
              <a:spcBef>
                <a:spcPts val="0"/>
              </a:spcBef>
              <a:spcAft>
                <a:spcPts val="0"/>
              </a:spcAft>
              <a:buNone/>
              <a:defRPr sz="4800">
                <a:solidFill>
                  <a:schemeClr val="lt2"/>
                </a:solidFill>
              </a:defRPr>
            </a:lvl8pPr>
            <a:lvl9pPr lvl="8">
              <a:spcBef>
                <a:spcPts val="0"/>
              </a:spcBef>
              <a:spcAft>
                <a:spcPts val="0"/>
              </a:spcAft>
              <a:buNone/>
              <a:defRPr sz="4800">
                <a:solidFill>
                  <a:schemeClr val="lt2"/>
                </a:solidFill>
              </a:defRPr>
            </a:lvl9pPr>
          </a:lstStyle>
          <a:p>
            <a:endParaRPr/>
          </a:p>
        </p:txBody>
      </p:sp>
      <p:sp>
        <p:nvSpPr>
          <p:cNvPr id="164" name="Google Shape;164;p15"/>
          <p:cNvSpPr txBox="1">
            <a:spLocks noGrp="1"/>
          </p:cNvSpPr>
          <p:nvPr>
            <p:ph type="body" idx="14"/>
          </p:nvPr>
        </p:nvSpPr>
        <p:spPr>
          <a:xfrm>
            <a:off x="4637600" y="1361325"/>
            <a:ext cx="3934800" cy="449100"/>
          </a:xfrm>
          <a:prstGeom prst="rect">
            <a:avLst/>
          </a:prstGeom>
        </p:spPr>
        <p:txBody>
          <a:bodyPr spcFirstLastPara="1" wrap="square" lIns="0" tIns="0" rIns="0" bIns="0" anchor="ctr" anchorCtr="0">
            <a:noAutofit/>
          </a:bodyPr>
          <a:lstStyle>
            <a:lvl1pPr marL="457200" lvl="0" indent="-292100">
              <a:spcBef>
                <a:spcPts val="0"/>
              </a:spcBef>
              <a:spcAft>
                <a:spcPts val="0"/>
              </a:spcAft>
              <a:buClr>
                <a:schemeClr val="dk1"/>
              </a:buClr>
              <a:buSzPts val="1000"/>
              <a:buFont typeface="Jost"/>
              <a:buChar char="●"/>
              <a:defRPr sz="1000"/>
            </a:lvl1pPr>
            <a:lvl2pPr marL="914400" lvl="1" indent="-292100">
              <a:spcBef>
                <a:spcPts val="0"/>
              </a:spcBef>
              <a:spcAft>
                <a:spcPts val="0"/>
              </a:spcAft>
              <a:buClr>
                <a:schemeClr val="dk1"/>
              </a:buClr>
              <a:buSzPts val="1000"/>
              <a:buFont typeface="Jost"/>
              <a:buChar char="○"/>
              <a:defRPr sz="1000"/>
            </a:lvl2pPr>
            <a:lvl3pPr marL="1371600" lvl="2" indent="-292100">
              <a:spcBef>
                <a:spcPts val="0"/>
              </a:spcBef>
              <a:spcAft>
                <a:spcPts val="0"/>
              </a:spcAft>
              <a:buClr>
                <a:schemeClr val="dk1"/>
              </a:buClr>
              <a:buSzPts val="1000"/>
              <a:buFont typeface="Jost"/>
              <a:buChar char="■"/>
              <a:defRPr sz="1000"/>
            </a:lvl3pPr>
            <a:lvl4pPr marL="1828800" lvl="3" indent="-292100">
              <a:spcBef>
                <a:spcPts val="0"/>
              </a:spcBef>
              <a:spcAft>
                <a:spcPts val="0"/>
              </a:spcAft>
              <a:buClr>
                <a:schemeClr val="dk1"/>
              </a:buClr>
              <a:buSzPts val="1000"/>
              <a:buFont typeface="Jost"/>
              <a:buChar char="●"/>
              <a:defRPr sz="1000"/>
            </a:lvl4pPr>
            <a:lvl5pPr marL="2286000" lvl="4" indent="-292100">
              <a:spcBef>
                <a:spcPts val="0"/>
              </a:spcBef>
              <a:spcAft>
                <a:spcPts val="0"/>
              </a:spcAft>
              <a:buClr>
                <a:schemeClr val="dk1"/>
              </a:buClr>
              <a:buSzPts val="1000"/>
              <a:buFont typeface="Jost"/>
              <a:buChar char="○"/>
              <a:defRPr sz="1000"/>
            </a:lvl5pPr>
            <a:lvl6pPr marL="2743200" lvl="5" indent="-292100">
              <a:spcBef>
                <a:spcPts val="0"/>
              </a:spcBef>
              <a:spcAft>
                <a:spcPts val="0"/>
              </a:spcAft>
              <a:buClr>
                <a:schemeClr val="dk1"/>
              </a:buClr>
              <a:buSzPts val="1000"/>
              <a:buFont typeface="Jost"/>
              <a:buChar char="■"/>
              <a:defRPr sz="1000"/>
            </a:lvl6pPr>
            <a:lvl7pPr marL="3200400" lvl="6" indent="-292100">
              <a:spcBef>
                <a:spcPts val="0"/>
              </a:spcBef>
              <a:spcAft>
                <a:spcPts val="0"/>
              </a:spcAft>
              <a:buClr>
                <a:schemeClr val="dk1"/>
              </a:buClr>
              <a:buSzPts val="1000"/>
              <a:buFont typeface="Jost"/>
              <a:buChar char="●"/>
              <a:defRPr sz="1000"/>
            </a:lvl7pPr>
            <a:lvl8pPr marL="3657600" lvl="7" indent="-292100">
              <a:spcBef>
                <a:spcPts val="0"/>
              </a:spcBef>
              <a:spcAft>
                <a:spcPts val="0"/>
              </a:spcAft>
              <a:buClr>
                <a:schemeClr val="dk1"/>
              </a:buClr>
              <a:buSzPts val="1000"/>
              <a:buFont typeface="Jost"/>
              <a:buChar char="○"/>
              <a:defRPr sz="1000"/>
            </a:lvl8pPr>
            <a:lvl9pPr marL="4114800" lvl="8" indent="-292100">
              <a:spcBef>
                <a:spcPts val="0"/>
              </a:spcBef>
              <a:spcAft>
                <a:spcPts val="0"/>
              </a:spcAft>
              <a:buClr>
                <a:schemeClr val="dk1"/>
              </a:buClr>
              <a:buSzPts val="1000"/>
              <a:buFont typeface="Jost"/>
              <a:buChar char="■"/>
              <a:defRPr sz="1000"/>
            </a:lvl9pPr>
          </a:lstStyle>
          <a:p>
            <a:endParaRPr/>
          </a:p>
        </p:txBody>
      </p:sp>
      <p:sp>
        <p:nvSpPr>
          <p:cNvPr id="165" name="Google Shape;165;p15"/>
          <p:cNvSpPr txBox="1">
            <a:spLocks noGrp="1"/>
          </p:cNvSpPr>
          <p:nvPr>
            <p:ph type="subTitle" idx="15"/>
          </p:nvPr>
        </p:nvSpPr>
        <p:spPr>
          <a:xfrm>
            <a:off x="1603898" y="1377949"/>
            <a:ext cx="2372700" cy="415800"/>
          </a:xfrm>
          <a:prstGeom prst="rect">
            <a:avLst/>
          </a:prstGeom>
        </p:spPr>
        <p:txBody>
          <a:bodyPr spcFirstLastPara="1" wrap="square" lIns="0" tIns="0" rIns="0" bIns="0" anchor="ctr" anchorCtr="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a:endParaRPr/>
          </a:p>
        </p:txBody>
      </p:sp>
      <p:sp>
        <p:nvSpPr>
          <p:cNvPr id="166" name="Google Shape;166;p15"/>
          <p:cNvSpPr txBox="1">
            <a:spLocks noGrp="1"/>
          </p:cNvSpPr>
          <p:nvPr>
            <p:ph type="subTitle" idx="16"/>
          </p:nvPr>
        </p:nvSpPr>
        <p:spPr>
          <a:xfrm>
            <a:off x="330825" y="1224378"/>
            <a:ext cx="923400" cy="723000"/>
          </a:xfrm>
          <a:prstGeom prst="rect">
            <a:avLst/>
          </a:prstGeom>
        </p:spPr>
        <p:txBody>
          <a:bodyPr spcFirstLastPara="1" wrap="square" lIns="0" tIns="0" rIns="0" bIns="0" anchor="ctr" anchorCtr="0">
            <a:noAutofit/>
          </a:bodyPr>
          <a:lstStyle>
            <a:lvl1pPr lvl="0">
              <a:spcBef>
                <a:spcPts val="0"/>
              </a:spcBef>
              <a:spcAft>
                <a:spcPts val="0"/>
              </a:spcAft>
              <a:buNone/>
              <a:defRPr sz="4800">
                <a:solidFill>
                  <a:schemeClr val="lt2"/>
                </a:solidFill>
              </a:defRPr>
            </a:lvl1pPr>
            <a:lvl2pPr lvl="1">
              <a:spcBef>
                <a:spcPts val="0"/>
              </a:spcBef>
              <a:spcAft>
                <a:spcPts val="0"/>
              </a:spcAft>
              <a:buNone/>
              <a:defRPr sz="4800">
                <a:solidFill>
                  <a:schemeClr val="lt2"/>
                </a:solidFill>
              </a:defRPr>
            </a:lvl2pPr>
            <a:lvl3pPr lvl="2">
              <a:spcBef>
                <a:spcPts val="0"/>
              </a:spcBef>
              <a:spcAft>
                <a:spcPts val="0"/>
              </a:spcAft>
              <a:buNone/>
              <a:defRPr sz="4800">
                <a:solidFill>
                  <a:schemeClr val="lt2"/>
                </a:solidFill>
              </a:defRPr>
            </a:lvl3pPr>
            <a:lvl4pPr lvl="3">
              <a:spcBef>
                <a:spcPts val="0"/>
              </a:spcBef>
              <a:spcAft>
                <a:spcPts val="0"/>
              </a:spcAft>
              <a:buNone/>
              <a:defRPr sz="4800">
                <a:solidFill>
                  <a:schemeClr val="lt2"/>
                </a:solidFill>
              </a:defRPr>
            </a:lvl4pPr>
            <a:lvl5pPr lvl="4">
              <a:spcBef>
                <a:spcPts val="0"/>
              </a:spcBef>
              <a:spcAft>
                <a:spcPts val="0"/>
              </a:spcAft>
              <a:buNone/>
              <a:defRPr sz="4800">
                <a:solidFill>
                  <a:schemeClr val="lt2"/>
                </a:solidFill>
              </a:defRPr>
            </a:lvl5pPr>
            <a:lvl6pPr lvl="5">
              <a:spcBef>
                <a:spcPts val="0"/>
              </a:spcBef>
              <a:spcAft>
                <a:spcPts val="0"/>
              </a:spcAft>
              <a:buNone/>
              <a:defRPr sz="4800">
                <a:solidFill>
                  <a:schemeClr val="lt2"/>
                </a:solidFill>
              </a:defRPr>
            </a:lvl6pPr>
            <a:lvl7pPr lvl="6">
              <a:spcBef>
                <a:spcPts val="0"/>
              </a:spcBef>
              <a:spcAft>
                <a:spcPts val="0"/>
              </a:spcAft>
              <a:buNone/>
              <a:defRPr sz="4800">
                <a:solidFill>
                  <a:schemeClr val="lt2"/>
                </a:solidFill>
              </a:defRPr>
            </a:lvl7pPr>
            <a:lvl8pPr lvl="7">
              <a:spcBef>
                <a:spcPts val="0"/>
              </a:spcBef>
              <a:spcAft>
                <a:spcPts val="0"/>
              </a:spcAft>
              <a:buNone/>
              <a:defRPr sz="4800">
                <a:solidFill>
                  <a:schemeClr val="lt2"/>
                </a:solidFill>
              </a:defRPr>
            </a:lvl8pPr>
            <a:lvl9pPr lvl="8">
              <a:spcBef>
                <a:spcPts val="0"/>
              </a:spcBef>
              <a:spcAft>
                <a:spcPts val="0"/>
              </a:spcAft>
              <a:buNone/>
              <a:defRPr sz="4800">
                <a:solidFill>
                  <a:schemeClr val="lt2"/>
                </a:solidFill>
              </a:defRPr>
            </a:lvl9pPr>
          </a:lstStyle>
          <a:p>
            <a:endParaRPr/>
          </a:p>
        </p:txBody>
      </p:sp>
      <p:sp>
        <p:nvSpPr>
          <p:cNvPr id="167" name="Google Shape;167;p15"/>
          <p:cNvSpPr txBox="1">
            <a:spLocks noGrp="1"/>
          </p:cNvSpPr>
          <p:nvPr>
            <p:ph type="title" idx="17"/>
          </p:nvPr>
        </p:nvSpPr>
        <p:spPr>
          <a:xfrm>
            <a:off x="228600" y="457200"/>
            <a:ext cx="4160400" cy="464700"/>
          </a:xfrm>
          <a:prstGeom prst="rect">
            <a:avLst/>
          </a:prstGeom>
        </p:spPr>
        <p:txBody>
          <a:bodyPr spcFirstLastPara="1" wrap="square" lIns="0" tIns="0" rIns="0" bIns="0" anchor="t" anchorCtr="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hree cards">
  <p:cSld name="CUSTOM_8_1_1_1_1_1_1_1_1_1_1_1_1_1_1_1_1_1_1_1_1_1_1_1_1_1_1">
    <p:spTree>
      <p:nvGrpSpPr>
        <p:cNvPr id="1" name="Shape 168"/>
        <p:cNvGrpSpPr/>
        <p:nvPr/>
      </p:nvGrpSpPr>
      <p:grpSpPr>
        <a:xfrm>
          <a:off x="0" y="0"/>
          <a:ext cx="0" cy="0"/>
          <a:chOff x="0" y="0"/>
          <a:chExt cx="0" cy="0"/>
        </a:xfrm>
      </p:grpSpPr>
      <p:sp>
        <p:nvSpPr>
          <p:cNvPr id="169" name="Google Shape;169;p16"/>
          <p:cNvSpPr txBox="1">
            <a:spLocks noGrp="1"/>
          </p:cNvSpPr>
          <p:nvPr>
            <p:ph type="body" idx="1"/>
          </p:nvPr>
        </p:nvSpPr>
        <p:spPr>
          <a:xfrm>
            <a:off x="3316788" y="1516150"/>
            <a:ext cx="2513100" cy="714000"/>
          </a:xfrm>
          <a:prstGeom prst="rect">
            <a:avLst/>
          </a:prstGeom>
        </p:spPr>
        <p:txBody>
          <a:bodyPr spcFirstLastPara="1" wrap="square" lIns="0" tIns="0" rIns="0" bIns="0" anchor="t" anchorCtr="0">
            <a:spAutoFit/>
          </a:bodyPr>
          <a:lstStyle>
            <a:lvl1pPr marL="457200" lvl="0" indent="-292100">
              <a:spcBef>
                <a:spcPts val="0"/>
              </a:spcBef>
              <a:spcAft>
                <a:spcPts val="0"/>
              </a:spcAft>
              <a:buClr>
                <a:schemeClr val="dk1"/>
              </a:buClr>
              <a:buSzPts val="1000"/>
              <a:buFont typeface="Jost"/>
              <a:buChar char="●"/>
              <a:defRPr sz="1000"/>
            </a:lvl1pPr>
            <a:lvl2pPr marL="914400" lvl="1" indent="-292100">
              <a:spcBef>
                <a:spcPts val="0"/>
              </a:spcBef>
              <a:spcAft>
                <a:spcPts val="0"/>
              </a:spcAft>
              <a:buClr>
                <a:schemeClr val="dk1"/>
              </a:buClr>
              <a:buSzPts val="1000"/>
              <a:buFont typeface="Jost"/>
              <a:buChar char="○"/>
              <a:defRPr sz="1000"/>
            </a:lvl2pPr>
            <a:lvl3pPr marL="1371600" lvl="2" indent="-292100">
              <a:spcBef>
                <a:spcPts val="0"/>
              </a:spcBef>
              <a:spcAft>
                <a:spcPts val="0"/>
              </a:spcAft>
              <a:buClr>
                <a:schemeClr val="dk1"/>
              </a:buClr>
              <a:buSzPts val="1000"/>
              <a:buFont typeface="Jost"/>
              <a:buChar char="■"/>
              <a:defRPr sz="1000"/>
            </a:lvl3pPr>
            <a:lvl4pPr marL="1828800" lvl="3" indent="-292100">
              <a:spcBef>
                <a:spcPts val="0"/>
              </a:spcBef>
              <a:spcAft>
                <a:spcPts val="0"/>
              </a:spcAft>
              <a:buClr>
                <a:schemeClr val="dk1"/>
              </a:buClr>
              <a:buSzPts val="1000"/>
              <a:buFont typeface="Jost"/>
              <a:buChar char="●"/>
              <a:defRPr sz="1000"/>
            </a:lvl4pPr>
            <a:lvl5pPr marL="2286000" lvl="4" indent="-292100">
              <a:spcBef>
                <a:spcPts val="0"/>
              </a:spcBef>
              <a:spcAft>
                <a:spcPts val="0"/>
              </a:spcAft>
              <a:buClr>
                <a:schemeClr val="dk1"/>
              </a:buClr>
              <a:buSzPts val="1000"/>
              <a:buFont typeface="Jost"/>
              <a:buChar char="○"/>
              <a:defRPr sz="1000"/>
            </a:lvl5pPr>
            <a:lvl6pPr marL="2743200" lvl="5" indent="-292100">
              <a:spcBef>
                <a:spcPts val="0"/>
              </a:spcBef>
              <a:spcAft>
                <a:spcPts val="0"/>
              </a:spcAft>
              <a:buClr>
                <a:schemeClr val="dk1"/>
              </a:buClr>
              <a:buSzPts val="1000"/>
              <a:buFont typeface="Jost"/>
              <a:buChar char="■"/>
              <a:defRPr sz="1000"/>
            </a:lvl6pPr>
            <a:lvl7pPr marL="3200400" lvl="6" indent="-292100">
              <a:spcBef>
                <a:spcPts val="0"/>
              </a:spcBef>
              <a:spcAft>
                <a:spcPts val="0"/>
              </a:spcAft>
              <a:buClr>
                <a:schemeClr val="dk1"/>
              </a:buClr>
              <a:buSzPts val="1000"/>
              <a:buFont typeface="Jost"/>
              <a:buChar char="●"/>
              <a:defRPr sz="1000"/>
            </a:lvl7pPr>
            <a:lvl8pPr marL="3657600" lvl="7" indent="-292100">
              <a:spcBef>
                <a:spcPts val="0"/>
              </a:spcBef>
              <a:spcAft>
                <a:spcPts val="0"/>
              </a:spcAft>
              <a:buClr>
                <a:schemeClr val="dk1"/>
              </a:buClr>
              <a:buSzPts val="1000"/>
              <a:buFont typeface="Jost"/>
              <a:buChar char="○"/>
              <a:defRPr sz="1000"/>
            </a:lvl8pPr>
            <a:lvl9pPr marL="4114800" lvl="8" indent="-292100">
              <a:spcBef>
                <a:spcPts val="0"/>
              </a:spcBef>
              <a:spcAft>
                <a:spcPts val="0"/>
              </a:spcAft>
              <a:buClr>
                <a:schemeClr val="dk1"/>
              </a:buClr>
              <a:buSzPts val="1000"/>
              <a:buFont typeface="Jost"/>
              <a:buChar char="■"/>
              <a:defRPr sz="1000"/>
            </a:lvl9pPr>
          </a:lstStyle>
          <a:p>
            <a:endParaRPr/>
          </a:p>
        </p:txBody>
      </p:sp>
      <p:sp>
        <p:nvSpPr>
          <p:cNvPr id="170" name="Google Shape;170;p16"/>
          <p:cNvSpPr txBox="1">
            <a:spLocks noGrp="1"/>
          </p:cNvSpPr>
          <p:nvPr>
            <p:ph type="title"/>
          </p:nvPr>
        </p:nvSpPr>
        <p:spPr>
          <a:xfrm>
            <a:off x="230075" y="58625"/>
            <a:ext cx="2500500" cy="172200"/>
          </a:xfrm>
          <a:prstGeom prst="rect">
            <a:avLst/>
          </a:prstGeom>
        </p:spPr>
        <p:txBody>
          <a:bodyPr spcFirstLastPara="1" wrap="square" lIns="0" tIns="0" rIns="0" bIns="0" anchor="ctr" anchorCtr="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a:endParaRPr/>
          </a:p>
        </p:txBody>
      </p:sp>
      <p:sp>
        <p:nvSpPr>
          <p:cNvPr id="171" name="Google Shape;171;p16"/>
          <p:cNvSpPr txBox="1">
            <a:spLocks noGrp="1"/>
          </p:cNvSpPr>
          <p:nvPr>
            <p:ph type="title" idx="2"/>
          </p:nvPr>
        </p:nvSpPr>
        <p:spPr>
          <a:xfrm>
            <a:off x="6414875" y="58625"/>
            <a:ext cx="2500500" cy="172200"/>
          </a:xfrm>
          <a:prstGeom prst="rect">
            <a:avLst/>
          </a:prstGeom>
        </p:spPr>
        <p:txBody>
          <a:bodyPr spcFirstLastPara="1" wrap="square" lIns="0" tIns="0" rIns="0" bIns="0" anchor="ctr" anchorCtr="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a:endParaRPr/>
          </a:p>
        </p:txBody>
      </p:sp>
      <p:sp>
        <p:nvSpPr>
          <p:cNvPr id="172" name="Google Shape;172;p16"/>
          <p:cNvSpPr txBox="1">
            <a:spLocks noGrp="1"/>
          </p:cNvSpPr>
          <p:nvPr>
            <p:ph type="subTitle" idx="3"/>
          </p:nvPr>
        </p:nvSpPr>
        <p:spPr>
          <a:xfrm>
            <a:off x="355609" y="549950"/>
            <a:ext cx="2433900" cy="431700"/>
          </a:xfrm>
          <a:prstGeom prst="rect">
            <a:avLst/>
          </a:prstGeom>
        </p:spPr>
        <p:txBody>
          <a:bodyPr spcFirstLastPara="1" wrap="square" lIns="0" tIns="0" rIns="0" bIns="0" anchor="t" anchorCtr="0">
            <a:noAutofit/>
          </a:bodyPr>
          <a:lstStyle>
            <a:lvl1pPr lvl="0">
              <a:lnSpc>
                <a:spcPct val="95000"/>
              </a:lnSpc>
              <a:spcBef>
                <a:spcPts val="0"/>
              </a:spcBef>
              <a:spcAft>
                <a:spcPts val="0"/>
              </a:spcAft>
              <a:buNone/>
              <a:defRPr sz="1600"/>
            </a:lvl1pPr>
            <a:lvl2pPr lvl="1">
              <a:lnSpc>
                <a:spcPct val="95000"/>
              </a:lnSpc>
              <a:spcBef>
                <a:spcPts val="0"/>
              </a:spcBef>
              <a:spcAft>
                <a:spcPts val="0"/>
              </a:spcAft>
              <a:buNone/>
              <a:defRPr sz="1600"/>
            </a:lvl2pPr>
            <a:lvl3pPr lvl="2">
              <a:lnSpc>
                <a:spcPct val="95000"/>
              </a:lnSpc>
              <a:spcBef>
                <a:spcPts val="0"/>
              </a:spcBef>
              <a:spcAft>
                <a:spcPts val="0"/>
              </a:spcAft>
              <a:buNone/>
              <a:defRPr sz="1600"/>
            </a:lvl3pPr>
            <a:lvl4pPr lvl="3">
              <a:lnSpc>
                <a:spcPct val="95000"/>
              </a:lnSpc>
              <a:spcBef>
                <a:spcPts val="0"/>
              </a:spcBef>
              <a:spcAft>
                <a:spcPts val="0"/>
              </a:spcAft>
              <a:buNone/>
              <a:defRPr sz="1600"/>
            </a:lvl4pPr>
            <a:lvl5pPr lvl="4">
              <a:lnSpc>
                <a:spcPct val="95000"/>
              </a:lnSpc>
              <a:spcBef>
                <a:spcPts val="0"/>
              </a:spcBef>
              <a:spcAft>
                <a:spcPts val="0"/>
              </a:spcAft>
              <a:buNone/>
              <a:defRPr sz="1600"/>
            </a:lvl5pPr>
            <a:lvl6pPr lvl="5">
              <a:lnSpc>
                <a:spcPct val="95000"/>
              </a:lnSpc>
              <a:spcBef>
                <a:spcPts val="0"/>
              </a:spcBef>
              <a:spcAft>
                <a:spcPts val="0"/>
              </a:spcAft>
              <a:buNone/>
              <a:defRPr sz="1600"/>
            </a:lvl6pPr>
            <a:lvl7pPr lvl="6">
              <a:lnSpc>
                <a:spcPct val="95000"/>
              </a:lnSpc>
              <a:spcBef>
                <a:spcPts val="0"/>
              </a:spcBef>
              <a:spcAft>
                <a:spcPts val="0"/>
              </a:spcAft>
              <a:buNone/>
              <a:defRPr sz="1600"/>
            </a:lvl7pPr>
            <a:lvl8pPr lvl="7">
              <a:lnSpc>
                <a:spcPct val="95000"/>
              </a:lnSpc>
              <a:spcBef>
                <a:spcPts val="0"/>
              </a:spcBef>
              <a:spcAft>
                <a:spcPts val="0"/>
              </a:spcAft>
              <a:buNone/>
              <a:defRPr sz="1600"/>
            </a:lvl8pPr>
            <a:lvl9pPr lvl="8">
              <a:lnSpc>
                <a:spcPct val="95000"/>
              </a:lnSpc>
              <a:spcBef>
                <a:spcPts val="0"/>
              </a:spcBef>
              <a:spcAft>
                <a:spcPts val="0"/>
              </a:spcAft>
              <a:buNone/>
              <a:defRPr sz="1600"/>
            </a:lvl9pPr>
          </a:lstStyle>
          <a:p>
            <a:endParaRPr/>
          </a:p>
        </p:txBody>
      </p:sp>
      <p:sp>
        <p:nvSpPr>
          <p:cNvPr id="173" name="Google Shape;173;p16"/>
          <p:cNvSpPr txBox="1">
            <a:spLocks noGrp="1"/>
          </p:cNvSpPr>
          <p:nvPr>
            <p:ph type="body" idx="4"/>
          </p:nvPr>
        </p:nvSpPr>
        <p:spPr>
          <a:xfrm>
            <a:off x="387450" y="1516150"/>
            <a:ext cx="2513100" cy="714000"/>
          </a:xfrm>
          <a:prstGeom prst="rect">
            <a:avLst/>
          </a:prstGeom>
        </p:spPr>
        <p:txBody>
          <a:bodyPr spcFirstLastPara="1" wrap="square" lIns="0" tIns="0" rIns="0" bIns="0" anchor="t" anchorCtr="0">
            <a:spAutoFit/>
          </a:bodyPr>
          <a:lstStyle>
            <a:lvl1pPr marL="457200" lvl="0" indent="-292100">
              <a:spcBef>
                <a:spcPts val="0"/>
              </a:spcBef>
              <a:spcAft>
                <a:spcPts val="0"/>
              </a:spcAft>
              <a:buClr>
                <a:schemeClr val="dk1"/>
              </a:buClr>
              <a:buSzPts val="1000"/>
              <a:buFont typeface="Jost"/>
              <a:buChar char="●"/>
              <a:defRPr sz="1000"/>
            </a:lvl1pPr>
            <a:lvl2pPr marL="914400" lvl="1" indent="-292100">
              <a:spcBef>
                <a:spcPts val="0"/>
              </a:spcBef>
              <a:spcAft>
                <a:spcPts val="0"/>
              </a:spcAft>
              <a:buClr>
                <a:schemeClr val="dk1"/>
              </a:buClr>
              <a:buSzPts val="1000"/>
              <a:buFont typeface="Jost"/>
              <a:buChar char="○"/>
              <a:defRPr sz="1000"/>
            </a:lvl2pPr>
            <a:lvl3pPr marL="1371600" lvl="2" indent="-292100">
              <a:spcBef>
                <a:spcPts val="0"/>
              </a:spcBef>
              <a:spcAft>
                <a:spcPts val="0"/>
              </a:spcAft>
              <a:buClr>
                <a:schemeClr val="dk1"/>
              </a:buClr>
              <a:buSzPts val="1000"/>
              <a:buFont typeface="Jost"/>
              <a:buChar char="■"/>
              <a:defRPr sz="1000"/>
            </a:lvl3pPr>
            <a:lvl4pPr marL="1828800" lvl="3" indent="-292100">
              <a:spcBef>
                <a:spcPts val="0"/>
              </a:spcBef>
              <a:spcAft>
                <a:spcPts val="0"/>
              </a:spcAft>
              <a:buClr>
                <a:schemeClr val="dk1"/>
              </a:buClr>
              <a:buSzPts val="1000"/>
              <a:buFont typeface="Jost"/>
              <a:buChar char="●"/>
              <a:defRPr sz="1000"/>
            </a:lvl4pPr>
            <a:lvl5pPr marL="2286000" lvl="4" indent="-292100">
              <a:spcBef>
                <a:spcPts val="0"/>
              </a:spcBef>
              <a:spcAft>
                <a:spcPts val="0"/>
              </a:spcAft>
              <a:buClr>
                <a:schemeClr val="dk1"/>
              </a:buClr>
              <a:buSzPts val="1000"/>
              <a:buFont typeface="Jost"/>
              <a:buChar char="○"/>
              <a:defRPr sz="1000"/>
            </a:lvl5pPr>
            <a:lvl6pPr marL="2743200" lvl="5" indent="-292100">
              <a:spcBef>
                <a:spcPts val="0"/>
              </a:spcBef>
              <a:spcAft>
                <a:spcPts val="0"/>
              </a:spcAft>
              <a:buClr>
                <a:schemeClr val="dk1"/>
              </a:buClr>
              <a:buSzPts val="1000"/>
              <a:buFont typeface="Jost"/>
              <a:buChar char="■"/>
              <a:defRPr sz="1000"/>
            </a:lvl6pPr>
            <a:lvl7pPr marL="3200400" lvl="6" indent="-292100">
              <a:spcBef>
                <a:spcPts val="0"/>
              </a:spcBef>
              <a:spcAft>
                <a:spcPts val="0"/>
              </a:spcAft>
              <a:buClr>
                <a:schemeClr val="dk1"/>
              </a:buClr>
              <a:buSzPts val="1000"/>
              <a:buFont typeface="Jost"/>
              <a:buChar char="●"/>
              <a:defRPr sz="1000"/>
            </a:lvl7pPr>
            <a:lvl8pPr marL="3657600" lvl="7" indent="-292100">
              <a:spcBef>
                <a:spcPts val="0"/>
              </a:spcBef>
              <a:spcAft>
                <a:spcPts val="0"/>
              </a:spcAft>
              <a:buClr>
                <a:schemeClr val="dk1"/>
              </a:buClr>
              <a:buSzPts val="1000"/>
              <a:buFont typeface="Jost"/>
              <a:buChar char="○"/>
              <a:defRPr sz="1000"/>
            </a:lvl8pPr>
            <a:lvl9pPr marL="4114800" lvl="8" indent="-292100">
              <a:spcBef>
                <a:spcPts val="0"/>
              </a:spcBef>
              <a:spcAft>
                <a:spcPts val="0"/>
              </a:spcAft>
              <a:buClr>
                <a:schemeClr val="dk1"/>
              </a:buClr>
              <a:buSzPts val="1000"/>
              <a:buFont typeface="Jost"/>
              <a:buChar char="■"/>
              <a:defRPr sz="1000"/>
            </a:lvl9pPr>
          </a:lstStyle>
          <a:p>
            <a:endParaRPr/>
          </a:p>
        </p:txBody>
      </p:sp>
      <p:sp>
        <p:nvSpPr>
          <p:cNvPr id="174" name="Google Shape;174;p16"/>
          <p:cNvSpPr txBox="1">
            <a:spLocks noGrp="1"/>
          </p:cNvSpPr>
          <p:nvPr>
            <p:ph type="subTitle" idx="5"/>
          </p:nvPr>
        </p:nvSpPr>
        <p:spPr>
          <a:xfrm>
            <a:off x="3284965" y="549950"/>
            <a:ext cx="2433900" cy="431700"/>
          </a:xfrm>
          <a:prstGeom prst="rect">
            <a:avLst/>
          </a:prstGeom>
        </p:spPr>
        <p:txBody>
          <a:bodyPr spcFirstLastPara="1" wrap="square" lIns="0" tIns="0" rIns="0" bIns="0" anchor="t" anchorCtr="0">
            <a:noAutofit/>
          </a:bodyPr>
          <a:lstStyle>
            <a:lvl1pPr lvl="0">
              <a:lnSpc>
                <a:spcPct val="95000"/>
              </a:lnSpc>
              <a:spcBef>
                <a:spcPts val="0"/>
              </a:spcBef>
              <a:spcAft>
                <a:spcPts val="0"/>
              </a:spcAft>
              <a:buNone/>
              <a:defRPr sz="1600"/>
            </a:lvl1pPr>
            <a:lvl2pPr lvl="1">
              <a:lnSpc>
                <a:spcPct val="95000"/>
              </a:lnSpc>
              <a:spcBef>
                <a:spcPts val="0"/>
              </a:spcBef>
              <a:spcAft>
                <a:spcPts val="0"/>
              </a:spcAft>
              <a:buNone/>
              <a:defRPr sz="1600"/>
            </a:lvl2pPr>
            <a:lvl3pPr lvl="2">
              <a:lnSpc>
                <a:spcPct val="95000"/>
              </a:lnSpc>
              <a:spcBef>
                <a:spcPts val="0"/>
              </a:spcBef>
              <a:spcAft>
                <a:spcPts val="0"/>
              </a:spcAft>
              <a:buNone/>
              <a:defRPr sz="1600"/>
            </a:lvl3pPr>
            <a:lvl4pPr lvl="3">
              <a:lnSpc>
                <a:spcPct val="95000"/>
              </a:lnSpc>
              <a:spcBef>
                <a:spcPts val="0"/>
              </a:spcBef>
              <a:spcAft>
                <a:spcPts val="0"/>
              </a:spcAft>
              <a:buNone/>
              <a:defRPr sz="1600"/>
            </a:lvl4pPr>
            <a:lvl5pPr lvl="4">
              <a:lnSpc>
                <a:spcPct val="95000"/>
              </a:lnSpc>
              <a:spcBef>
                <a:spcPts val="0"/>
              </a:spcBef>
              <a:spcAft>
                <a:spcPts val="0"/>
              </a:spcAft>
              <a:buNone/>
              <a:defRPr sz="1600"/>
            </a:lvl5pPr>
            <a:lvl6pPr lvl="5">
              <a:lnSpc>
                <a:spcPct val="95000"/>
              </a:lnSpc>
              <a:spcBef>
                <a:spcPts val="0"/>
              </a:spcBef>
              <a:spcAft>
                <a:spcPts val="0"/>
              </a:spcAft>
              <a:buNone/>
              <a:defRPr sz="1600"/>
            </a:lvl6pPr>
            <a:lvl7pPr lvl="6">
              <a:lnSpc>
                <a:spcPct val="95000"/>
              </a:lnSpc>
              <a:spcBef>
                <a:spcPts val="0"/>
              </a:spcBef>
              <a:spcAft>
                <a:spcPts val="0"/>
              </a:spcAft>
              <a:buNone/>
              <a:defRPr sz="1600"/>
            </a:lvl7pPr>
            <a:lvl8pPr lvl="7">
              <a:lnSpc>
                <a:spcPct val="95000"/>
              </a:lnSpc>
              <a:spcBef>
                <a:spcPts val="0"/>
              </a:spcBef>
              <a:spcAft>
                <a:spcPts val="0"/>
              </a:spcAft>
              <a:buNone/>
              <a:defRPr sz="1600"/>
            </a:lvl8pPr>
            <a:lvl9pPr lvl="8">
              <a:lnSpc>
                <a:spcPct val="95000"/>
              </a:lnSpc>
              <a:spcBef>
                <a:spcPts val="0"/>
              </a:spcBef>
              <a:spcAft>
                <a:spcPts val="0"/>
              </a:spcAft>
              <a:buNone/>
              <a:defRPr sz="1600"/>
            </a:lvl9pPr>
          </a:lstStyle>
          <a:p>
            <a:endParaRPr/>
          </a:p>
        </p:txBody>
      </p:sp>
      <p:sp>
        <p:nvSpPr>
          <p:cNvPr id="175" name="Google Shape;175;p16"/>
          <p:cNvSpPr txBox="1">
            <a:spLocks noGrp="1"/>
          </p:cNvSpPr>
          <p:nvPr>
            <p:ph type="subTitle" idx="6"/>
          </p:nvPr>
        </p:nvSpPr>
        <p:spPr>
          <a:xfrm>
            <a:off x="6213059" y="560550"/>
            <a:ext cx="2433900" cy="431700"/>
          </a:xfrm>
          <a:prstGeom prst="rect">
            <a:avLst/>
          </a:prstGeom>
        </p:spPr>
        <p:txBody>
          <a:bodyPr spcFirstLastPara="1" wrap="square" lIns="0" tIns="0" rIns="0" bIns="0" anchor="t" anchorCtr="0">
            <a:noAutofit/>
          </a:bodyPr>
          <a:lstStyle>
            <a:lvl1pPr lvl="0">
              <a:lnSpc>
                <a:spcPct val="95000"/>
              </a:lnSpc>
              <a:spcBef>
                <a:spcPts val="0"/>
              </a:spcBef>
              <a:spcAft>
                <a:spcPts val="0"/>
              </a:spcAft>
              <a:buNone/>
              <a:defRPr sz="1600"/>
            </a:lvl1pPr>
            <a:lvl2pPr lvl="1">
              <a:lnSpc>
                <a:spcPct val="95000"/>
              </a:lnSpc>
              <a:spcBef>
                <a:spcPts val="0"/>
              </a:spcBef>
              <a:spcAft>
                <a:spcPts val="0"/>
              </a:spcAft>
              <a:buNone/>
              <a:defRPr sz="1600"/>
            </a:lvl2pPr>
            <a:lvl3pPr lvl="2">
              <a:lnSpc>
                <a:spcPct val="95000"/>
              </a:lnSpc>
              <a:spcBef>
                <a:spcPts val="0"/>
              </a:spcBef>
              <a:spcAft>
                <a:spcPts val="0"/>
              </a:spcAft>
              <a:buNone/>
              <a:defRPr sz="1600"/>
            </a:lvl3pPr>
            <a:lvl4pPr lvl="3">
              <a:lnSpc>
                <a:spcPct val="95000"/>
              </a:lnSpc>
              <a:spcBef>
                <a:spcPts val="0"/>
              </a:spcBef>
              <a:spcAft>
                <a:spcPts val="0"/>
              </a:spcAft>
              <a:buNone/>
              <a:defRPr sz="1600"/>
            </a:lvl4pPr>
            <a:lvl5pPr lvl="4">
              <a:lnSpc>
                <a:spcPct val="95000"/>
              </a:lnSpc>
              <a:spcBef>
                <a:spcPts val="0"/>
              </a:spcBef>
              <a:spcAft>
                <a:spcPts val="0"/>
              </a:spcAft>
              <a:buNone/>
              <a:defRPr sz="1600"/>
            </a:lvl5pPr>
            <a:lvl6pPr lvl="5">
              <a:lnSpc>
                <a:spcPct val="95000"/>
              </a:lnSpc>
              <a:spcBef>
                <a:spcPts val="0"/>
              </a:spcBef>
              <a:spcAft>
                <a:spcPts val="0"/>
              </a:spcAft>
              <a:buNone/>
              <a:defRPr sz="1600"/>
            </a:lvl6pPr>
            <a:lvl7pPr lvl="6">
              <a:lnSpc>
                <a:spcPct val="95000"/>
              </a:lnSpc>
              <a:spcBef>
                <a:spcPts val="0"/>
              </a:spcBef>
              <a:spcAft>
                <a:spcPts val="0"/>
              </a:spcAft>
              <a:buNone/>
              <a:defRPr sz="1600"/>
            </a:lvl7pPr>
            <a:lvl8pPr lvl="7">
              <a:lnSpc>
                <a:spcPct val="95000"/>
              </a:lnSpc>
              <a:spcBef>
                <a:spcPts val="0"/>
              </a:spcBef>
              <a:spcAft>
                <a:spcPts val="0"/>
              </a:spcAft>
              <a:buNone/>
              <a:defRPr sz="1600"/>
            </a:lvl8pPr>
            <a:lvl9pPr lvl="8">
              <a:lnSpc>
                <a:spcPct val="95000"/>
              </a:lnSpc>
              <a:spcBef>
                <a:spcPts val="0"/>
              </a:spcBef>
              <a:spcAft>
                <a:spcPts val="0"/>
              </a:spcAft>
              <a:buNone/>
              <a:defRPr sz="1600"/>
            </a:lvl9pPr>
          </a:lstStyle>
          <a:p>
            <a:endParaRPr/>
          </a:p>
        </p:txBody>
      </p:sp>
      <p:sp>
        <p:nvSpPr>
          <p:cNvPr id="176" name="Google Shape;176;p16"/>
          <p:cNvSpPr txBox="1">
            <a:spLocks noGrp="1"/>
          </p:cNvSpPr>
          <p:nvPr>
            <p:ph type="body" idx="7"/>
          </p:nvPr>
        </p:nvSpPr>
        <p:spPr>
          <a:xfrm>
            <a:off x="6244900" y="1526750"/>
            <a:ext cx="2513100" cy="714000"/>
          </a:xfrm>
          <a:prstGeom prst="rect">
            <a:avLst/>
          </a:prstGeom>
        </p:spPr>
        <p:txBody>
          <a:bodyPr spcFirstLastPara="1" wrap="square" lIns="0" tIns="0" rIns="0" bIns="0" anchor="t" anchorCtr="0">
            <a:spAutoFit/>
          </a:bodyPr>
          <a:lstStyle>
            <a:lvl1pPr marL="457200" lvl="0" indent="-292100">
              <a:spcBef>
                <a:spcPts val="0"/>
              </a:spcBef>
              <a:spcAft>
                <a:spcPts val="0"/>
              </a:spcAft>
              <a:buClr>
                <a:schemeClr val="dk1"/>
              </a:buClr>
              <a:buSzPts val="1000"/>
              <a:buFont typeface="Jost"/>
              <a:buChar char="●"/>
              <a:defRPr sz="1000"/>
            </a:lvl1pPr>
            <a:lvl2pPr marL="914400" lvl="1" indent="-292100">
              <a:spcBef>
                <a:spcPts val="0"/>
              </a:spcBef>
              <a:spcAft>
                <a:spcPts val="0"/>
              </a:spcAft>
              <a:buClr>
                <a:schemeClr val="dk1"/>
              </a:buClr>
              <a:buSzPts val="1000"/>
              <a:buFont typeface="Jost"/>
              <a:buChar char="○"/>
              <a:defRPr sz="1000"/>
            </a:lvl2pPr>
            <a:lvl3pPr marL="1371600" lvl="2" indent="-292100">
              <a:spcBef>
                <a:spcPts val="0"/>
              </a:spcBef>
              <a:spcAft>
                <a:spcPts val="0"/>
              </a:spcAft>
              <a:buClr>
                <a:schemeClr val="dk1"/>
              </a:buClr>
              <a:buSzPts val="1000"/>
              <a:buFont typeface="Jost"/>
              <a:buChar char="■"/>
              <a:defRPr sz="1000"/>
            </a:lvl3pPr>
            <a:lvl4pPr marL="1828800" lvl="3" indent="-292100">
              <a:spcBef>
                <a:spcPts val="0"/>
              </a:spcBef>
              <a:spcAft>
                <a:spcPts val="0"/>
              </a:spcAft>
              <a:buClr>
                <a:schemeClr val="dk1"/>
              </a:buClr>
              <a:buSzPts val="1000"/>
              <a:buFont typeface="Jost"/>
              <a:buChar char="●"/>
              <a:defRPr sz="1000"/>
            </a:lvl4pPr>
            <a:lvl5pPr marL="2286000" lvl="4" indent="-292100">
              <a:spcBef>
                <a:spcPts val="0"/>
              </a:spcBef>
              <a:spcAft>
                <a:spcPts val="0"/>
              </a:spcAft>
              <a:buClr>
                <a:schemeClr val="dk1"/>
              </a:buClr>
              <a:buSzPts val="1000"/>
              <a:buFont typeface="Jost"/>
              <a:buChar char="○"/>
              <a:defRPr sz="1000"/>
            </a:lvl5pPr>
            <a:lvl6pPr marL="2743200" lvl="5" indent="-292100">
              <a:spcBef>
                <a:spcPts val="0"/>
              </a:spcBef>
              <a:spcAft>
                <a:spcPts val="0"/>
              </a:spcAft>
              <a:buClr>
                <a:schemeClr val="dk1"/>
              </a:buClr>
              <a:buSzPts val="1000"/>
              <a:buFont typeface="Jost"/>
              <a:buChar char="■"/>
              <a:defRPr sz="1000"/>
            </a:lvl6pPr>
            <a:lvl7pPr marL="3200400" lvl="6" indent="-292100">
              <a:spcBef>
                <a:spcPts val="0"/>
              </a:spcBef>
              <a:spcAft>
                <a:spcPts val="0"/>
              </a:spcAft>
              <a:buClr>
                <a:schemeClr val="dk1"/>
              </a:buClr>
              <a:buSzPts val="1000"/>
              <a:buFont typeface="Jost"/>
              <a:buChar char="●"/>
              <a:defRPr sz="1000"/>
            </a:lvl7pPr>
            <a:lvl8pPr marL="3657600" lvl="7" indent="-292100">
              <a:spcBef>
                <a:spcPts val="0"/>
              </a:spcBef>
              <a:spcAft>
                <a:spcPts val="0"/>
              </a:spcAft>
              <a:buClr>
                <a:schemeClr val="dk1"/>
              </a:buClr>
              <a:buSzPts val="1000"/>
              <a:buFont typeface="Jost"/>
              <a:buChar char="○"/>
              <a:defRPr sz="1000"/>
            </a:lvl8pPr>
            <a:lvl9pPr marL="4114800" lvl="8" indent="-292100">
              <a:spcBef>
                <a:spcPts val="0"/>
              </a:spcBef>
              <a:spcAft>
                <a:spcPts val="0"/>
              </a:spcAft>
              <a:buClr>
                <a:schemeClr val="dk1"/>
              </a:buClr>
              <a:buSzPts val="1000"/>
              <a:buFont typeface="Jost"/>
              <a:buChar char="■"/>
              <a:defRPr sz="1000"/>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Persona - Alt 2">
  <p:cSld name="CUSTOM_8_1_1_1_1_1_1_1_1_1_1_1_1_1_1_1_1_1_1_1_1_1_1_1_1_1_1_1">
    <p:spTree>
      <p:nvGrpSpPr>
        <p:cNvPr id="1" name="Shape 177"/>
        <p:cNvGrpSpPr/>
        <p:nvPr/>
      </p:nvGrpSpPr>
      <p:grpSpPr>
        <a:xfrm>
          <a:off x="0" y="0"/>
          <a:ext cx="0" cy="0"/>
          <a:chOff x="0" y="0"/>
          <a:chExt cx="0" cy="0"/>
        </a:xfrm>
      </p:grpSpPr>
      <p:sp>
        <p:nvSpPr>
          <p:cNvPr id="178" name="Google Shape;178;p17"/>
          <p:cNvSpPr/>
          <p:nvPr/>
        </p:nvSpPr>
        <p:spPr>
          <a:xfrm rot="10800000">
            <a:off x="-25" y="250"/>
            <a:ext cx="3066900" cy="5147700"/>
          </a:xfrm>
          <a:prstGeom prst="rect">
            <a:avLst/>
          </a:prstGeom>
          <a:gradFill>
            <a:gsLst>
              <a:gs pos="0">
                <a:schemeClr val="accent6"/>
              </a:gs>
              <a:gs pos="100000">
                <a:schemeClr val="lt2"/>
              </a:gs>
            </a:gsLst>
            <a:lin ang="54007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Figtree"/>
              <a:ea typeface="Figtree"/>
              <a:cs typeface="Figtree"/>
              <a:sym typeface="Figtree"/>
            </a:endParaRPr>
          </a:p>
        </p:txBody>
      </p:sp>
      <p:sp>
        <p:nvSpPr>
          <p:cNvPr id="179" name="Google Shape;179;p17"/>
          <p:cNvSpPr txBox="1"/>
          <p:nvPr/>
        </p:nvSpPr>
        <p:spPr>
          <a:xfrm>
            <a:off x="230934" y="1805263"/>
            <a:ext cx="3720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Jost"/>
                <a:ea typeface="Jost"/>
                <a:cs typeface="Jost"/>
                <a:sym typeface="Jost"/>
              </a:rPr>
              <a:t>🡖</a:t>
            </a:r>
            <a:endParaRPr sz="1600">
              <a:solidFill>
                <a:schemeClr val="dk1"/>
              </a:solidFill>
              <a:latin typeface="Jost"/>
              <a:ea typeface="Jost"/>
              <a:cs typeface="Jost"/>
              <a:sym typeface="Jost"/>
            </a:endParaRPr>
          </a:p>
        </p:txBody>
      </p:sp>
      <p:sp>
        <p:nvSpPr>
          <p:cNvPr id="180" name="Google Shape;180;p17"/>
          <p:cNvSpPr txBox="1">
            <a:spLocks noGrp="1"/>
          </p:cNvSpPr>
          <p:nvPr>
            <p:ph type="title"/>
          </p:nvPr>
        </p:nvSpPr>
        <p:spPr>
          <a:xfrm>
            <a:off x="230075" y="58625"/>
            <a:ext cx="2500500" cy="172200"/>
          </a:xfrm>
          <a:prstGeom prst="rect">
            <a:avLst/>
          </a:prstGeom>
        </p:spPr>
        <p:txBody>
          <a:bodyPr spcFirstLastPara="1" wrap="square" lIns="0" tIns="0" rIns="0" bIns="0" anchor="ctr" anchorCtr="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a:endParaRPr/>
          </a:p>
        </p:txBody>
      </p:sp>
      <p:sp>
        <p:nvSpPr>
          <p:cNvPr id="181" name="Google Shape;181;p17"/>
          <p:cNvSpPr txBox="1">
            <a:spLocks noGrp="1"/>
          </p:cNvSpPr>
          <p:nvPr>
            <p:ph type="title" idx="2"/>
          </p:nvPr>
        </p:nvSpPr>
        <p:spPr>
          <a:xfrm>
            <a:off x="6414875" y="58625"/>
            <a:ext cx="2500500" cy="172200"/>
          </a:xfrm>
          <a:prstGeom prst="rect">
            <a:avLst/>
          </a:prstGeom>
        </p:spPr>
        <p:txBody>
          <a:bodyPr spcFirstLastPara="1" wrap="square" lIns="0" tIns="0" rIns="0" bIns="0" anchor="ctr" anchorCtr="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a:endParaRPr/>
          </a:p>
        </p:txBody>
      </p:sp>
      <p:sp>
        <p:nvSpPr>
          <p:cNvPr id="182" name="Google Shape;182;p17"/>
          <p:cNvSpPr txBox="1">
            <a:spLocks noGrp="1"/>
          </p:cNvSpPr>
          <p:nvPr>
            <p:ph type="title" idx="3"/>
          </p:nvPr>
        </p:nvSpPr>
        <p:spPr>
          <a:xfrm>
            <a:off x="230937" y="1593450"/>
            <a:ext cx="2378700" cy="343200"/>
          </a:xfrm>
          <a:prstGeom prst="rect">
            <a:avLst/>
          </a:prstGeom>
        </p:spPr>
        <p:txBody>
          <a:bodyPr spcFirstLastPara="1" wrap="square" lIns="0" tIns="0" rIns="0" bIns="0" anchor="t" anchorCtr="0">
            <a:noAutofit/>
          </a:bodyPr>
          <a:lstStyle>
            <a:lvl1pPr lvl="0">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a:endParaRPr/>
          </a:p>
        </p:txBody>
      </p:sp>
      <p:sp>
        <p:nvSpPr>
          <p:cNvPr id="183" name="Google Shape;183;p17"/>
          <p:cNvSpPr txBox="1">
            <a:spLocks noGrp="1"/>
          </p:cNvSpPr>
          <p:nvPr>
            <p:ph type="body" idx="1"/>
          </p:nvPr>
        </p:nvSpPr>
        <p:spPr>
          <a:xfrm>
            <a:off x="230938" y="2041800"/>
            <a:ext cx="2378700" cy="962700"/>
          </a:xfrm>
          <a:prstGeom prst="rect">
            <a:avLst/>
          </a:prstGeom>
        </p:spPr>
        <p:txBody>
          <a:bodyPr spcFirstLastPara="1" wrap="square" lIns="0" tIns="0" rIns="0" bIns="0" anchor="t" anchorCtr="0">
            <a:spAutoFit/>
          </a:bodyPr>
          <a:lstStyle>
            <a:lvl1pPr marL="457200" lvl="0" indent="-292100">
              <a:spcBef>
                <a:spcPts val="0"/>
              </a:spcBef>
              <a:spcAft>
                <a:spcPts val="0"/>
              </a:spcAft>
              <a:buClr>
                <a:schemeClr val="dk1"/>
              </a:buClr>
              <a:buSzPts val="1000"/>
              <a:buFont typeface="Jost"/>
              <a:buChar char="●"/>
              <a:defRPr sz="1000"/>
            </a:lvl1pPr>
            <a:lvl2pPr marL="914400" lvl="1" indent="-292100">
              <a:spcBef>
                <a:spcPts val="0"/>
              </a:spcBef>
              <a:spcAft>
                <a:spcPts val="0"/>
              </a:spcAft>
              <a:buClr>
                <a:schemeClr val="dk1"/>
              </a:buClr>
              <a:buSzPts val="1000"/>
              <a:buFont typeface="Jost"/>
              <a:buChar char="○"/>
              <a:defRPr sz="1000"/>
            </a:lvl2pPr>
            <a:lvl3pPr marL="1371600" lvl="2" indent="-292100">
              <a:spcBef>
                <a:spcPts val="0"/>
              </a:spcBef>
              <a:spcAft>
                <a:spcPts val="0"/>
              </a:spcAft>
              <a:buClr>
                <a:schemeClr val="dk1"/>
              </a:buClr>
              <a:buSzPts val="1000"/>
              <a:buFont typeface="Jost"/>
              <a:buChar char="■"/>
              <a:defRPr sz="1000"/>
            </a:lvl3pPr>
            <a:lvl4pPr marL="1828800" lvl="3" indent="-292100">
              <a:spcBef>
                <a:spcPts val="0"/>
              </a:spcBef>
              <a:spcAft>
                <a:spcPts val="0"/>
              </a:spcAft>
              <a:buClr>
                <a:schemeClr val="dk1"/>
              </a:buClr>
              <a:buSzPts val="1000"/>
              <a:buFont typeface="Jost"/>
              <a:buChar char="●"/>
              <a:defRPr sz="1000"/>
            </a:lvl4pPr>
            <a:lvl5pPr marL="2286000" lvl="4" indent="-292100">
              <a:spcBef>
                <a:spcPts val="0"/>
              </a:spcBef>
              <a:spcAft>
                <a:spcPts val="0"/>
              </a:spcAft>
              <a:buClr>
                <a:schemeClr val="dk1"/>
              </a:buClr>
              <a:buSzPts val="1000"/>
              <a:buFont typeface="Jost"/>
              <a:buChar char="○"/>
              <a:defRPr sz="1000"/>
            </a:lvl5pPr>
            <a:lvl6pPr marL="2743200" lvl="5" indent="-292100">
              <a:spcBef>
                <a:spcPts val="0"/>
              </a:spcBef>
              <a:spcAft>
                <a:spcPts val="0"/>
              </a:spcAft>
              <a:buClr>
                <a:schemeClr val="dk1"/>
              </a:buClr>
              <a:buSzPts val="1000"/>
              <a:buFont typeface="Jost"/>
              <a:buChar char="■"/>
              <a:defRPr sz="1000"/>
            </a:lvl6pPr>
            <a:lvl7pPr marL="3200400" lvl="6" indent="-292100">
              <a:spcBef>
                <a:spcPts val="0"/>
              </a:spcBef>
              <a:spcAft>
                <a:spcPts val="0"/>
              </a:spcAft>
              <a:buClr>
                <a:schemeClr val="dk1"/>
              </a:buClr>
              <a:buSzPts val="1000"/>
              <a:buFont typeface="Jost"/>
              <a:buChar char="●"/>
              <a:defRPr sz="1000"/>
            </a:lvl7pPr>
            <a:lvl8pPr marL="3657600" lvl="7" indent="-292100">
              <a:spcBef>
                <a:spcPts val="0"/>
              </a:spcBef>
              <a:spcAft>
                <a:spcPts val="0"/>
              </a:spcAft>
              <a:buClr>
                <a:schemeClr val="dk1"/>
              </a:buClr>
              <a:buSzPts val="1000"/>
              <a:buFont typeface="Jost"/>
              <a:buChar char="○"/>
              <a:defRPr sz="1000"/>
            </a:lvl8pPr>
            <a:lvl9pPr marL="4114800" lvl="8" indent="-292100">
              <a:spcBef>
                <a:spcPts val="0"/>
              </a:spcBef>
              <a:spcAft>
                <a:spcPts val="0"/>
              </a:spcAft>
              <a:buClr>
                <a:schemeClr val="dk1"/>
              </a:buClr>
              <a:buSzPts val="1000"/>
              <a:buFont typeface="Jost"/>
              <a:buChar char="■"/>
              <a:defRPr sz="1000"/>
            </a:lvl9pPr>
          </a:lstStyle>
          <a:p>
            <a:endParaRPr/>
          </a:p>
        </p:txBody>
      </p:sp>
      <p:sp>
        <p:nvSpPr>
          <p:cNvPr id="184" name="Google Shape;184;p17"/>
          <p:cNvSpPr txBox="1">
            <a:spLocks noGrp="1"/>
          </p:cNvSpPr>
          <p:nvPr>
            <p:ph type="body" idx="4"/>
          </p:nvPr>
        </p:nvSpPr>
        <p:spPr>
          <a:xfrm>
            <a:off x="3439371" y="907600"/>
            <a:ext cx="2498700" cy="343200"/>
          </a:xfrm>
          <a:prstGeom prst="rect">
            <a:avLst/>
          </a:prstGeom>
        </p:spPr>
        <p:txBody>
          <a:bodyPr spcFirstLastPara="1" wrap="square" lIns="0" tIns="0" rIns="0" bIns="0" anchor="t" anchorCtr="0">
            <a:spAutoFit/>
          </a:bodyPr>
          <a:lstStyle>
            <a:lvl1pPr marL="457200" lvl="0" indent="-292100">
              <a:spcBef>
                <a:spcPts val="0"/>
              </a:spcBef>
              <a:spcAft>
                <a:spcPts val="0"/>
              </a:spcAft>
              <a:buClr>
                <a:schemeClr val="dk1"/>
              </a:buClr>
              <a:buSzPts val="1000"/>
              <a:buFont typeface="Jost"/>
              <a:buChar char="●"/>
              <a:defRPr sz="1000"/>
            </a:lvl1pPr>
            <a:lvl2pPr marL="914400" lvl="1" indent="-292100">
              <a:spcBef>
                <a:spcPts val="0"/>
              </a:spcBef>
              <a:spcAft>
                <a:spcPts val="0"/>
              </a:spcAft>
              <a:buClr>
                <a:schemeClr val="dk1"/>
              </a:buClr>
              <a:buSzPts val="1000"/>
              <a:buFont typeface="Jost"/>
              <a:buChar char="○"/>
              <a:defRPr sz="1000"/>
            </a:lvl2pPr>
            <a:lvl3pPr marL="1371600" lvl="2" indent="-292100">
              <a:spcBef>
                <a:spcPts val="0"/>
              </a:spcBef>
              <a:spcAft>
                <a:spcPts val="0"/>
              </a:spcAft>
              <a:buClr>
                <a:schemeClr val="dk1"/>
              </a:buClr>
              <a:buSzPts val="1000"/>
              <a:buFont typeface="Jost"/>
              <a:buChar char="■"/>
              <a:defRPr sz="1000"/>
            </a:lvl3pPr>
            <a:lvl4pPr marL="1828800" lvl="3" indent="-292100">
              <a:spcBef>
                <a:spcPts val="0"/>
              </a:spcBef>
              <a:spcAft>
                <a:spcPts val="0"/>
              </a:spcAft>
              <a:buClr>
                <a:schemeClr val="dk1"/>
              </a:buClr>
              <a:buSzPts val="1000"/>
              <a:buFont typeface="Jost"/>
              <a:buChar char="●"/>
              <a:defRPr sz="1000"/>
            </a:lvl4pPr>
            <a:lvl5pPr marL="2286000" lvl="4" indent="-292100">
              <a:spcBef>
                <a:spcPts val="0"/>
              </a:spcBef>
              <a:spcAft>
                <a:spcPts val="0"/>
              </a:spcAft>
              <a:buClr>
                <a:schemeClr val="dk1"/>
              </a:buClr>
              <a:buSzPts val="1000"/>
              <a:buFont typeface="Jost"/>
              <a:buChar char="○"/>
              <a:defRPr sz="1000"/>
            </a:lvl5pPr>
            <a:lvl6pPr marL="2743200" lvl="5" indent="-292100">
              <a:spcBef>
                <a:spcPts val="0"/>
              </a:spcBef>
              <a:spcAft>
                <a:spcPts val="0"/>
              </a:spcAft>
              <a:buClr>
                <a:schemeClr val="dk1"/>
              </a:buClr>
              <a:buSzPts val="1000"/>
              <a:buFont typeface="Jost"/>
              <a:buChar char="■"/>
              <a:defRPr sz="1000"/>
            </a:lvl6pPr>
            <a:lvl7pPr marL="3200400" lvl="6" indent="-292100">
              <a:spcBef>
                <a:spcPts val="0"/>
              </a:spcBef>
              <a:spcAft>
                <a:spcPts val="0"/>
              </a:spcAft>
              <a:buClr>
                <a:schemeClr val="dk1"/>
              </a:buClr>
              <a:buSzPts val="1000"/>
              <a:buFont typeface="Jost"/>
              <a:buChar char="●"/>
              <a:defRPr sz="1000"/>
            </a:lvl7pPr>
            <a:lvl8pPr marL="3657600" lvl="7" indent="-292100">
              <a:spcBef>
                <a:spcPts val="0"/>
              </a:spcBef>
              <a:spcAft>
                <a:spcPts val="0"/>
              </a:spcAft>
              <a:buClr>
                <a:schemeClr val="dk1"/>
              </a:buClr>
              <a:buSzPts val="1000"/>
              <a:buFont typeface="Jost"/>
              <a:buChar char="○"/>
              <a:defRPr sz="1000"/>
            </a:lvl8pPr>
            <a:lvl9pPr marL="4114800" lvl="8" indent="-292100">
              <a:spcBef>
                <a:spcPts val="0"/>
              </a:spcBef>
              <a:spcAft>
                <a:spcPts val="0"/>
              </a:spcAft>
              <a:buClr>
                <a:schemeClr val="dk1"/>
              </a:buClr>
              <a:buSzPts val="1000"/>
              <a:buFont typeface="Jost"/>
              <a:buChar char="■"/>
              <a:defRPr sz="1000"/>
            </a:lvl9pPr>
          </a:lstStyle>
          <a:p>
            <a:endParaRPr/>
          </a:p>
        </p:txBody>
      </p:sp>
      <p:sp>
        <p:nvSpPr>
          <p:cNvPr id="185" name="Google Shape;185;p17"/>
          <p:cNvSpPr txBox="1">
            <a:spLocks noGrp="1"/>
          </p:cNvSpPr>
          <p:nvPr>
            <p:ph type="subTitle" idx="5"/>
          </p:nvPr>
        </p:nvSpPr>
        <p:spPr>
          <a:xfrm>
            <a:off x="3439363" y="618975"/>
            <a:ext cx="2378700" cy="167700"/>
          </a:xfrm>
          <a:prstGeom prst="rect">
            <a:avLst/>
          </a:prstGeom>
        </p:spPr>
        <p:txBody>
          <a:bodyPr spcFirstLastPara="1" wrap="square" lIns="0" tIns="0" rIns="0" bIns="0" anchor="ctr" anchorCtr="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a:endParaRPr/>
          </a:p>
        </p:txBody>
      </p:sp>
      <p:sp>
        <p:nvSpPr>
          <p:cNvPr id="186" name="Google Shape;186;p17"/>
          <p:cNvSpPr txBox="1">
            <a:spLocks noGrp="1"/>
          </p:cNvSpPr>
          <p:nvPr>
            <p:ph type="body" idx="6"/>
          </p:nvPr>
        </p:nvSpPr>
        <p:spPr>
          <a:xfrm>
            <a:off x="3439371" y="2532294"/>
            <a:ext cx="2498700" cy="343200"/>
          </a:xfrm>
          <a:prstGeom prst="rect">
            <a:avLst/>
          </a:prstGeom>
        </p:spPr>
        <p:txBody>
          <a:bodyPr spcFirstLastPara="1" wrap="square" lIns="0" tIns="0" rIns="0" bIns="0" anchor="t" anchorCtr="0">
            <a:spAutoFit/>
          </a:bodyPr>
          <a:lstStyle>
            <a:lvl1pPr marL="457200" lvl="0" indent="-292100">
              <a:spcBef>
                <a:spcPts val="0"/>
              </a:spcBef>
              <a:spcAft>
                <a:spcPts val="0"/>
              </a:spcAft>
              <a:buClr>
                <a:schemeClr val="dk1"/>
              </a:buClr>
              <a:buSzPts val="1000"/>
              <a:buFont typeface="Jost"/>
              <a:buChar char="●"/>
              <a:defRPr sz="1000"/>
            </a:lvl1pPr>
            <a:lvl2pPr marL="914400" lvl="1" indent="-292100">
              <a:spcBef>
                <a:spcPts val="0"/>
              </a:spcBef>
              <a:spcAft>
                <a:spcPts val="0"/>
              </a:spcAft>
              <a:buClr>
                <a:schemeClr val="dk1"/>
              </a:buClr>
              <a:buSzPts val="1000"/>
              <a:buFont typeface="Jost"/>
              <a:buChar char="○"/>
              <a:defRPr sz="1000"/>
            </a:lvl2pPr>
            <a:lvl3pPr marL="1371600" lvl="2" indent="-292100">
              <a:spcBef>
                <a:spcPts val="0"/>
              </a:spcBef>
              <a:spcAft>
                <a:spcPts val="0"/>
              </a:spcAft>
              <a:buClr>
                <a:schemeClr val="dk1"/>
              </a:buClr>
              <a:buSzPts val="1000"/>
              <a:buFont typeface="Jost"/>
              <a:buChar char="■"/>
              <a:defRPr sz="1000"/>
            </a:lvl3pPr>
            <a:lvl4pPr marL="1828800" lvl="3" indent="-292100">
              <a:spcBef>
                <a:spcPts val="0"/>
              </a:spcBef>
              <a:spcAft>
                <a:spcPts val="0"/>
              </a:spcAft>
              <a:buClr>
                <a:schemeClr val="dk1"/>
              </a:buClr>
              <a:buSzPts val="1000"/>
              <a:buFont typeface="Jost"/>
              <a:buChar char="●"/>
              <a:defRPr sz="1000"/>
            </a:lvl4pPr>
            <a:lvl5pPr marL="2286000" lvl="4" indent="-292100">
              <a:spcBef>
                <a:spcPts val="0"/>
              </a:spcBef>
              <a:spcAft>
                <a:spcPts val="0"/>
              </a:spcAft>
              <a:buClr>
                <a:schemeClr val="dk1"/>
              </a:buClr>
              <a:buSzPts val="1000"/>
              <a:buFont typeface="Jost"/>
              <a:buChar char="○"/>
              <a:defRPr sz="1000"/>
            </a:lvl5pPr>
            <a:lvl6pPr marL="2743200" lvl="5" indent="-292100">
              <a:spcBef>
                <a:spcPts val="0"/>
              </a:spcBef>
              <a:spcAft>
                <a:spcPts val="0"/>
              </a:spcAft>
              <a:buClr>
                <a:schemeClr val="dk1"/>
              </a:buClr>
              <a:buSzPts val="1000"/>
              <a:buFont typeface="Jost"/>
              <a:buChar char="■"/>
              <a:defRPr sz="1000"/>
            </a:lvl6pPr>
            <a:lvl7pPr marL="3200400" lvl="6" indent="-292100">
              <a:spcBef>
                <a:spcPts val="0"/>
              </a:spcBef>
              <a:spcAft>
                <a:spcPts val="0"/>
              </a:spcAft>
              <a:buClr>
                <a:schemeClr val="dk1"/>
              </a:buClr>
              <a:buSzPts val="1000"/>
              <a:buFont typeface="Jost"/>
              <a:buChar char="●"/>
              <a:defRPr sz="1000"/>
            </a:lvl7pPr>
            <a:lvl8pPr marL="3657600" lvl="7" indent="-292100">
              <a:spcBef>
                <a:spcPts val="0"/>
              </a:spcBef>
              <a:spcAft>
                <a:spcPts val="0"/>
              </a:spcAft>
              <a:buClr>
                <a:schemeClr val="dk1"/>
              </a:buClr>
              <a:buSzPts val="1000"/>
              <a:buFont typeface="Jost"/>
              <a:buChar char="○"/>
              <a:defRPr sz="1000"/>
            </a:lvl8pPr>
            <a:lvl9pPr marL="4114800" lvl="8" indent="-292100">
              <a:spcBef>
                <a:spcPts val="0"/>
              </a:spcBef>
              <a:spcAft>
                <a:spcPts val="0"/>
              </a:spcAft>
              <a:buClr>
                <a:schemeClr val="dk1"/>
              </a:buClr>
              <a:buSzPts val="1000"/>
              <a:buFont typeface="Jost"/>
              <a:buChar char="■"/>
              <a:defRPr sz="1000"/>
            </a:lvl9pPr>
          </a:lstStyle>
          <a:p>
            <a:endParaRPr/>
          </a:p>
        </p:txBody>
      </p:sp>
      <p:sp>
        <p:nvSpPr>
          <p:cNvPr id="187" name="Google Shape;187;p17"/>
          <p:cNvSpPr txBox="1">
            <a:spLocks noGrp="1"/>
          </p:cNvSpPr>
          <p:nvPr>
            <p:ph type="subTitle" idx="7"/>
          </p:nvPr>
        </p:nvSpPr>
        <p:spPr>
          <a:xfrm>
            <a:off x="3439363" y="2243669"/>
            <a:ext cx="2378700" cy="167700"/>
          </a:xfrm>
          <a:prstGeom prst="rect">
            <a:avLst/>
          </a:prstGeom>
        </p:spPr>
        <p:txBody>
          <a:bodyPr spcFirstLastPara="1" wrap="square" lIns="0" tIns="0" rIns="0" bIns="0" anchor="ctr" anchorCtr="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a:endParaRPr/>
          </a:p>
        </p:txBody>
      </p:sp>
      <p:sp>
        <p:nvSpPr>
          <p:cNvPr id="188" name="Google Shape;188;p17"/>
          <p:cNvSpPr txBox="1">
            <a:spLocks noGrp="1"/>
          </p:cNvSpPr>
          <p:nvPr>
            <p:ph type="body" idx="8"/>
          </p:nvPr>
        </p:nvSpPr>
        <p:spPr>
          <a:xfrm>
            <a:off x="6313271" y="907600"/>
            <a:ext cx="2498700" cy="343200"/>
          </a:xfrm>
          <a:prstGeom prst="rect">
            <a:avLst/>
          </a:prstGeom>
        </p:spPr>
        <p:txBody>
          <a:bodyPr spcFirstLastPara="1" wrap="square" lIns="0" tIns="0" rIns="0" bIns="0" anchor="t" anchorCtr="0">
            <a:spAutoFit/>
          </a:bodyPr>
          <a:lstStyle>
            <a:lvl1pPr marL="457200" lvl="0" indent="-292100">
              <a:spcBef>
                <a:spcPts val="0"/>
              </a:spcBef>
              <a:spcAft>
                <a:spcPts val="0"/>
              </a:spcAft>
              <a:buClr>
                <a:schemeClr val="dk1"/>
              </a:buClr>
              <a:buSzPts val="1000"/>
              <a:buFont typeface="Jost"/>
              <a:buChar char="●"/>
              <a:defRPr sz="1000"/>
            </a:lvl1pPr>
            <a:lvl2pPr marL="914400" lvl="1" indent="-292100">
              <a:spcBef>
                <a:spcPts val="0"/>
              </a:spcBef>
              <a:spcAft>
                <a:spcPts val="0"/>
              </a:spcAft>
              <a:buClr>
                <a:schemeClr val="dk1"/>
              </a:buClr>
              <a:buSzPts val="1000"/>
              <a:buFont typeface="Jost"/>
              <a:buChar char="○"/>
              <a:defRPr sz="1000"/>
            </a:lvl2pPr>
            <a:lvl3pPr marL="1371600" lvl="2" indent="-292100">
              <a:spcBef>
                <a:spcPts val="0"/>
              </a:spcBef>
              <a:spcAft>
                <a:spcPts val="0"/>
              </a:spcAft>
              <a:buClr>
                <a:schemeClr val="dk1"/>
              </a:buClr>
              <a:buSzPts val="1000"/>
              <a:buFont typeface="Jost"/>
              <a:buChar char="■"/>
              <a:defRPr sz="1000"/>
            </a:lvl3pPr>
            <a:lvl4pPr marL="1828800" lvl="3" indent="-292100">
              <a:spcBef>
                <a:spcPts val="0"/>
              </a:spcBef>
              <a:spcAft>
                <a:spcPts val="0"/>
              </a:spcAft>
              <a:buClr>
                <a:schemeClr val="dk1"/>
              </a:buClr>
              <a:buSzPts val="1000"/>
              <a:buFont typeface="Jost"/>
              <a:buChar char="●"/>
              <a:defRPr sz="1000"/>
            </a:lvl4pPr>
            <a:lvl5pPr marL="2286000" lvl="4" indent="-292100">
              <a:spcBef>
                <a:spcPts val="0"/>
              </a:spcBef>
              <a:spcAft>
                <a:spcPts val="0"/>
              </a:spcAft>
              <a:buClr>
                <a:schemeClr val="dk1"/>
              </a:buClr>
              <a:buSzPts val="1000"/>
              <a:buFont typeface="Jost"/>
              <a:buChar char="○"/>
              <a:defRPr sz="1000"/>
            </a:lvl5pPr>
            <a:lvl6pPr marL="2743200" lvl="5" indent="-292100">
              <a:spcBef>
                <a:spcPts val="0"/>
              </a:spcBef>
              <a:spcAft>
                <a:spcPts val="0"/>
              </a:spcAft>
              <a:buClr>
                <a:schemeClr val="dk1"/>
              </a:buClr>
              <a:buSzPts val="1000"/>
              <a:buFont typeface="Jost"/>
              <a:buChar char="■"/>
              <a:defRPr sz="1000"/>
            </a:lvl6pPr>
            <a:lvl7pPr marL="3200400" lvl="6" indent="-292100">
              <a:spcBef>
                <a:spcPts val="0"/>
              </a:spcBef>
              <a:spcAft>
                <a:spcPts val="0"/>
              </a:spcAft>
              <a:buClr>
                <a:schemeClr val="dk1"/>
              </a:buClr>
              <a:buSzPts val="1000"/>
              <a:buFont typeface="Jost"/>
              <a:buChar char="●"/>
              <a:defRPr sz="1000"/>
            </a:lvl7pPr>
            <a:lvl8pPr marL="3657600" lvl="7" indent="-292100">
              <a:spcBef>
                <a:spcPts val="0"/>
              </a:spcBef>
              <a:spcAft>
                <a:spcPts val="0"/>
              </a:spcAft>
              <a:buClr>
                <a:schemeClr val="dk1"/>
              </a:buClr>
              <a:buSzPts val="1000"/>
              <a:buFont typeface="Jost"/>
              <a:buChar char="○"/>
              <a:defRPr sz="1000"/>
            </a:lvl8pPr>
            <a:lvl9pPr marL="4114800" lvl="8" indent="-292100">
              <a:spcBef>
                <a:spcPts val="0"/>
              </a:spcBef>
              <a:spcAft>
                <a:spcPts val="0"/>
              </a:spcAft>
              <a:buClr>
                <a:schemeClr val="dk1"/>
              </a:buClr>
              <a:buSzPts val="1000"/>
              <a:buFont typeface="Jost"/>
              <a:buChar char="■"/>
              <a:defRPr sz="1000"/>
            </a:lvl9pPr>
          </a:lstStyle>
          <a:p>
            <a:endParaRPr/>
          </a:p>
        </p:txBody>
      </p:sp>
      <p:sp>
        <p:nvSpPr>
          <p:cNvPr id="189" name="Google Shape;189;p17"/>
          <p:cNvSpPr txBox="1">
            <a:spLocks noGrp="1"/>
          </p:cNvSpPr>
          <p:nvPr>
            <p:ph type="subTitle" idx="9"/>
          </p:nvPr>
        </p:nvSpPr>
        <p:spPr>
          <a:xfrm>
            <a:off x="6313263" y="618975"/>
            <a:ext cx="2378700" cy="167700"/>
          </a:xfrm>
          <a:prstGeom prst="rect">
            <a:avLst/>
          </a:prstGeom>
        </p:spPr>
        <p:txBody>
          <a:bodyPr spcFirstLastPara="1" wrap="square" lIns="0" tIns="0" rIns="0" bIns="0" anchor="ctr" anchorCtr="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a:endParaRPr/>
          </a:p>
        </p:txBody>
      </p:sp>
      <p:sp>
        <p:nvSpPr>
          <p:cNvPr id="190" name="Google Shape;190;p17"/>
          <p:cNvSpPr txBox="1">
            <a:spLocks noGrp="1"/>
          </p:cNvSpPr>
          <p:nvPr>
            <p:ph type="body" idx="13"/>
          </p:nvPr>
        </p:nvSpPr>
        <p:spPr>
          <a:xfrm>
            <a:off x="6313271" y="2532294"/>
            <a:ext cx="2498700" cy="343200"/>
          </a:xfrm>
          <a:prstGeom prst="rect">
            <a:avLst/>
          </a:prstGeom>
        </p:spPr>
        <p:txBody>
          <a:bodyPr spcFirstLastPara="1" wrap="square" lIns="0" tIns="0" rIns="0" bIns="0" anchor="t" anchorCtr="0">
            <a:spAutoFit/>
          </a:bodyPr>
          <a:lstStyle>
            <a:lvl1pPr marL="457200" lvl="0" indent="-292100">
              <a:spcBef>
                <a:spcPts val="0"/>
              </a:spcBef>
              <a:spcAft>
                <a:spcPts val="0"/>
              </a:spcAft>
              <a:buClr>
                <a:schemeClr val="dk1"/>
              </a:buClr>
              <a:buSzPts val="1000"/>
              <a:buFont typeface="Jost"/>
              <a:buChar char="●"/>
              <a:defRPr sz="1000"/>
            </a:lvl1pPr>
            <a:lvl2pPr marL="914400" lvl="1" indent="-292100">
              <a:spcBef>
                <a:spcPts val="0"/>
              </a:spcBef>
              <a:spcAft>
                <a:spcPts val="0"/>
              </a:spcAft>
              <a:buClr>
                <a:schemeClr val="dk1"/>
              </a:buClr>
              <a:buSzPts val="1000"/>
              <a:buFont typeface="Jost"/>
              <a:buChar char="○"/>
              <a:defRPr sz="1000"/>
            </a:lvl2pPr>
            <a:lvl3pPr marL="1371600" lvl="2" indent="-292100">
              <a:spcBef>
                <a:spcPts val="0"/>
              </a:spcBef>
              <a:spcAft>
                <a:spcPts val="0"/>
              </a:spcAft>
              <a:buClr>
                <a:schemeClr val="dk1"/>
              </a:buClr>
              <a:buSzPts val="1000"/>
              <a:buFont typeface="Jost"/>
              <a:buChar char="■"/>
              <a:defRPr sz="1000"/>
            </a:lvl3pPr>
            <a:lvl4pPr marL="1828800" lvl="3" indent="-292100">
              <a:spcBef>
                <a:spcPts val="0"/>
              </a:spcBef>
              <a:spcAft>
                <a:spcPts val="0"/>
              </a:spcAft>
              <a:buClr>
                <a:schemeClr val="dk1"/>
              </a:buClr>
              <a:buSzPts val="1000"/>
              <a:buFont typeface="Jost"/>
              <a:buChar char="●"/>
              <a:defRPr sz="1000"/>
            </a:lvl4pPr>
            <a:lvl5pPr marL="2286000" lvl="4" indent="-292100">
              <a:spcBef>
                <a:spcPts val="0"/>
              </a:spcBef>
              <a:spcAft>
                <a:spcPts val="0"/>
              </a:spcAft>
              <a:buClr>
                <a:schemeClr val="dk1"/>
              </a:buClr>
              <a:buSzPts val="1000"/>
              <a:buFont typeface="Jost"/>
              <a:buChar char="○"/>
              <a:defRPr sz="1000"/>
            </a:lvl5pPr>
            <a:lvl6pPr marL="2743200" lvl="5" indent="-292100">
              <a:spcBef>
                <a:spcPts val="0"/>
              </a:spcBef>
              <a:spcAft>
                <a:spcPts val="0"/>
              </a:spcAft>
              <a:buClr>
                <a:schemeClr val="dk1"/>
              </a:buClr>
              <a:buSzPts val="1000"/>
              <a:buFont typeface="Jost"/>
              <a:buChar char="■"/>
              <a:defRPr sz="1000"/>
            </a:lvl6pPr>
            <a:lvl7pPr marL="3200400" lvl="6" indent="-292100">
              <a:spcBef>
                <a:spcPts val="0"/>
              </a:spcBef>
              <a:spcAft>
                <a:spcPts val="0"/>
              </a:spcAft>
              <a:buClr>
                <a:schemeClr val="dk1"/>
              </a:buClr>
              <a:buSzPts val="1000"/>
              <a:buFont typeface="Jost"/>
              <a:buChar char="●"/>
              <a:defRPr sz="1000"/>
            </a:lvl7pPr>
            <a:lvl8pPr marL="3657600" lvl="7" indent="-292100">
              <a:spcBef>
                <a:spcPts val="0"/>
              </a:spcBef>
              <a:spcAft>
                <a:spcPts val="0"/>
              </a:spcAft>
              <a:buClr>
                <a:schemeClr val="dk1"/>
              </a:buClr>
              <a:buSzPts val="1000"/>
              <a:buFont typeface="Jost"/>
              <a:buChar char="○"/>
              <a:defRPr sz="1000"/>
            </a:lvl8pPr>
            <a:lvl9pPr marL="4114800" lvl="8" indent="-292100">
              <a:spcBef>
                <a:spcPts val="0"/>
              </a:spcBef>
              <a:spcAft>
                <a:spcPts val="0"/>
              </a:spcAft>
              <a:buClr>
                <a:schemeClr val="dk1"/>
              </a:buClr>
              <a:buSzPts val="1000"/>
              <a:buFont typeface="Jost"/>
              <a:buChar char="■"/>
              <a:defRPr sz="1000"/>
            </a:lvl9pPr>
          </a:lstStyle>
          <a:p>
            <a:endParaRPr/>
          </a:p>
        </p:txBody>
      </p:sp>
      <p:sp>
        <p:nvSpPr>
          <p:cNvPr id="191" name="Google Shape;191;p17"/>
          <p:cNvSpPr txBox="1">
            <a:spLocks noGrp="1"/>
          </p:cNvSpPr>
          <p:nvPr>
            <p:ph type="subTitle" idx="14"/>
          </p:nvPr>
        </p:nvSpPr>
        <p:spPr>
          <a:xfrm>
            <a:off x="6313263" y="2243669"/>
            <a:ext cx="2378700" cy="167700"/>
          </a:xfrm>
          <a:prstGeom prst="rect">
            <a:avLst/>
          </a:prstGeom>
        </p:spPr>
        <p:txBody>
          <a:bodyPr spcFirstLastPara="1" wrap="square" lIns="0" tIns="0" rIns="0" bIns="0" anchor="ctr" anchorCtr="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a:endParaRPr/>
          </a:p>
        </p:txBody>
      </p:sp>
      <p:sp>
        <p:nvSpPr>
          <p:cNvPr id="192" name="Google Shape;192;p17"/>
          <p:cNvSpPr txBox="1">
            <a:spLocks noGrp="1"/>
          </p:cNvSpPr>
          <p:nvPr>
            <p:ph type="body" idx="15"/>
          </p:nvPr>
        </p:nvSpPr>
        <p:spPr>
          <a:xfrm>
            <a:off x="230650" y="3875100"/>
            <a:ext cx="2378700" cy="913500"/>
          </a:xfrm>
          <a:prstGeom prst="rect">
            <a:avLst/>
          </a:prstGeom>
        </p:spPr>
        <p:txBody>
          <a:bodyPr spcFirstLastPara="1" wrap="square" lIns="0" tIns="0" rIns="0" bIns="0" anchor="t" anchorCtr="0">
            <a:spAutoFit/>
          </a:bodyPr>
          <a:lstStyle>
            <a:lvl1pPr marL="457200" lvl="0" indent="-304800">
              <a:spcBef>
                <a:spcPts val="0"/>
              </a:spcBef>
              <a:spcAft>
                <a:spcPts val="0"/>
              </a:spcAft>
              <a:buClr>
                <a:schemeClr val="dk1"/>
              </a:buClr>
              <a:buSzPts val="1200"/>
              <a:buFont typeface="Figtree"/>
              <a:buChar char="●"/>
              <a:defRPr>
                <a:latin typeface="Figtree"/>
                <a:ea typeface="Figtree"/>
                <a:cs typeface="Figtree"/>
                <a:sym typeface="Figtree"/>
              </a:defRPr>
            </a:lvl1pPr>
            <a:lvl2pPr marL="914400" lvl="1" indent="-304800">
              <a:spcBef>
                <a:spcPts val="0"/>
              </a:spcBef>
              <a:spcAft>
                <a:spcPts val="0"/>
              </a:spcAft>
              <a:buClr>
                <a:schemeClr val="dk1"/>
              </a:buClr>
              <a:buSzPts val="1200"/>
              <a:buFont typeface="Figtree"/>
              <a:buChar char="○"/>
              <a:defRPr>
                <a:latin typeface="Figtree"/>
                <a:ea typeface="Figtree"/>
                <a:cs typeface="Figtree"/>
                <a:sym typeface="Figtree"/>
              </a:defRPr>
            </a:lvl2pPr>
            <a:lvl3pPr marL="1371600" lvl="2" indent="-304800">
              <a:spcBef>
                <a:spcPts val="0"/>
              </a:spcBef>
              <a:spcAft>
                <a:spcPts val="0"/>
              </a:spcAft>
              <a:buClr>
                <a:schemeClr val="dk1"/>
              </a:buClr>
              <a:buSzPts val="1200"/>
              <a:buFont typeface="Figtree"/>
              <a:buChar char="■"/>
              <a:defRPr>
                <a:latin typeface="Figtree"/>
                <a:ea typeface="Figtree"/>
                <a:cs typeface="Figtree"/>
                <a:sym typeface="Figtree"/>
              </a:defRPr>
            </a:lvl3pPr>
            <a:lvl4pPr marL="1828800" lvl="3" indent="-304800">
              <a:spcBef>
                <a:spcPts val="0"/>
              </a:spcBef>
              <a:spcAft>
                <a:spcPts val="0"/>
              </a:spcAft>
              <a:buClr>
                <a:schemeClr val="dk1"/>
              </a:buClr>
              <a:buSzPts val="1200"/>
              <a:buFont typeface="Figtree"/>
              <a:buChar char="●"/>
              <a:defRPr>
                <a:latin typeface="Figtree"/>
                <a:ea typeface="Figtree"/>
                <a:cs typeface="Figtree"/>
                <a:sym typeface="Figtree"/>
              </a:defRPr>
            </a:lvl4pPr>
            <a:lvl5pPr marL="2286000" lvl="4" indent="-304800">
              <a:spcBef>
                <a:spcPts val="0"/>
              </a:spcBef>
              <a:spcAft>
                <a:spcPts val="0"/>
              </a:spcAft>
              <a:buClr>
                <a:schemeClr val="dk1"/>
              </a:buClr>
              <a:buSzPts val="1200"/>
              <a:buFont typeface="Figtree"/>
              <a:buChar char="○"/>
              <a:defRPr>
                <a:latin typeface="Figtree"/>
                <a:ea typeface="Figtree"/>
                <a:cs typeface="Figtree"/>
                <a:sym typeface="Figtree"/>
              </a:defRPr>
            </a:lvl5pPr>
            <a:lvl6pPr marL="2743200" lvl="5" indent="-304800">
              <a:spcBef>
                <a:spcPts val="0"/>
              </a:spcBef>
              <a:spcAft>
                <a:spcPts val="0"/>
              </a:spcAft>
              <a:buClr>
                <a:schemeClr val="dk1"/>
              </a:buClr>
              <a:buSzPts val="1200"/>
              <a:buFont typeface="Figtree"/>
              <a:buChar char="■"/>
              <a:defRPr>
                <a:latin typeface="Figtree"/>
                <a:ea typeface="Figtree"/>
                <a:cs typeface="Figtree"/>
                <a:sym typeface="Figtree"/>
              </a:defRPr>
            </a:lvl6pPr>
            <a:lvl7pPr marL="3200400" lvl="6" indent="-304800">
              <a:spcBef>
                <a:spcPts val="0"/>
              </a:spcBef>
              <a:spcAft>
                <a:spcPts val="0"/>
              </a:spcAft>
              <a:buClr>
                <a:schemeClr val="dk1"/>
              </a:buClr>
              <a:buSzPts val="1200"/>
              <a:buFont typeface="Figtree"/>
              <a:buChar char="●"/>
              <a:defRPr>
                <a:latin typeface="Figtree"/>
                <a:ea typeface="Figtree"/>
                <a:cs typeface="Figtree"/>
                <a:sym typeface="Figtree"/>
              </a:defRPr>
            </a:lvl7pPr>
            <a:lvl8pPr marL="3657600" lvl="7" indent="-304800">
              <a:spcBef>
                <a:spcPts val="0"/>
              </a:spcBef>
              <a:spcAft>
                <a:spcPts val="0"/>
              </a:spcAft>
              <a:buClr>
                <a:schemeClr val="dk1"/>
              </a:buClr>
              <a:buSzPts val="1200"/>
              <a:buFont typeface="Figtree"/>
              <a:buChar char="○"/>
              <a:defRPr>
                <a:latin typeface="Figtree"/>
                <a:ea typeface="Figtree"/>
                <a:cs typeface="Figtree"/>
                <a:sym typeface="Figtree"/>
              </a:defRPr>
            </a:lvl8pPr>
            <a:lvl9pPr marL="4114800" lvl="8" indent="-304800">
              <a:spcBef>
                <a:spcPts val="0"/>
              </a:spcBef>
              <a:spcAft>
                <a:spcPts val="0"/>
              </a:spcAft>
              <a:buClr>
                <a:schemeClr val="dk1"/>
              </a:buClr>
              <a:buSzPts val="1200"/>
              <a:buFont typeface="Figtree"/>
              <a:buChar char="■"/>
              <a:defRPr>
                <a:latin typeface="Figtree"/>
                <a:ea typeface="Figtree"/>
                <a:cs typeface="Figtree"/>
                <a:sym typeface="Figtree"/>
              </a:defRPr>
            </a:lvl9pPr>
          </a:lstStyle>
          <a:p>
            <a:endParaRPr/>
          </a:p>
        </p:txBody>
      </p:sp>
      <p:sp>
        <p:nvSpPr>
          <p:cNvPr id="193" name="Google Shape;193;p17"/>
          <p:cNvSpPr>
            <a:spLocks noGrp="1"/>
          </p:cNvSpPr>
          <p:nvPr>
            <p:ph type="pic" idx="16"/>
          </p:nvPr>
        </p:nvSpPr>
        <p:spPr>
          <a:xfrm>
            <a:off x="230350" y="457200"/>
            <a:ext cx="853200" cy="1031100"/>
          </a:xfrm>
          <a:prstGeom prst="rect">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Four cards">
  <p:cSld name="CUSTOM_14">
    <p:spTree>
      <p:nvGrpSpPr>
        <p:cNvPr id="1" name="Shape 194"/>
        <p:cNvGrpSpPr/>
        <p:nvPr/>
      </p:nvGrpSpPr>
      <p:grpSpPr>
        <a:xfrm>
          <a:off x="0" y="0"/>
          <a:ext cx="0" cy="0"/>
          <a:chOff x="0" y="0"/>
          <a:chExt cx="0" cy="0"/>
        </a:xfrm>
      </p:grpSpPr>
      <p:sp>
        <p:nvSpPr>
          <p:cNvPr id="195" name="Google Shape;195;p18"/>
          <p:cNvSpPr/>
          <p:nvPr/>
        </p:nvSpPr>
        <p:spPr>
          <a:xfrm rot="-2700000">
            <a:off x="1338758" y="-3230594"/>
            <a:ext cx="6464087" cy="6464087"/>
          </a:xfrm>
          <a:prstGeom prst="rtTriangle">
            <a:avLst/>
          </a:prstGeom>
          <a:gradFill>
            <a:gsLst>
              <a:gs pos="0">
                <a:schemeClr val="lt2"/>
              </a:gs>
              <a:gs pos="72000">
                <a:schemeClr val="lt1"/>
              </a:gs>
              <a:gs pos="100000">
                <a:schemeClr val="lt1"/>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Jost"/>
              <a:ea typeface="Jost"/>
              <a:cs typeface="Jost"/>
              <a:sym typeface="Jost"/>
            </a:endParaRPr>
          </a:p>
        </p:txBody>
      </p:sp>
      <p:sp>
        <p:nvSpPr>
          <p:cNvPr id="196" name="Google Shape;196;p18"/>
          <p:cNvSpPr txBox="1">
            <a:spLocks noGrp="1"/>
          </p:cNvSpPr>
          <p:nvPr>
            <p:ph type="title"/>
          </p:nvPr>
        </p:nvSpPr>
        <p:spPr>
          <a:xfrm>
            <a:off x="230075" y="58625"/>
            <a:ext cx="2500500" cy="172200"/>
          </a:xfrm>
          <a:prstGeom prst="rect">
            <a:avLst/>
          </a:prstGeom>
        </p:spPr>
        <p:txBody>
          <a:bodyPr spcFirstLastPara="1" wrap="square" lIns="0" tIns="0" rIns="0" bIns="0" anchor="ctr" anchorCtr="0">
            <a:noAutofit/>
          </a:bodyPr>
          <a:lstStyle>
            <a:lvl1pPr lvl="0">
              <a:spcBef>
                <a:spcPts val="0"/>
              </a:spcBef>
              <a:spcAft>
                <a:spcPts val="0"/>
              </a:spcAft>
              <a:buNone/>
              <a:defRPr/>
            </a:lvl1pPr>
            <a:lvl2pPr lvl="1">
              <a:spcBef>
                <a:spcPts val="0"/>
              </a:spcBef>
              <a:spcAft>
                <a:spcPts val="0"/>
              </a:spcAft>
              <a:buSzPts val="700"/>
              <a:buFont typeface="Figtree"/>
              <a:buNone/>
              <a:defRPr sz="700"/>
            </a:lvl2pPr>
            <a:lvl3pPr lvl="2">
              <a:spcBef>
                <a:spcPts val="0"/>
              </a:spcBef>
              <a:spcAft>
                <a:spcPts val="0"/>
              </a:spcAft>
              <a:buSzPts val="700"/>
              <a:buFont typeface="Figtree"/>
              <a:buNone/>
              <a:defRPr sz="700"/>
            </a:lvl3pPr>
            <a:lvl4pPr lvl="3">
              <a:spcBef>
                <a:spcPts val="0"/>
              </a:spcBef>
              <a:spcAft>
                <a:spcPts val="0"/>
              </a:spcAft>
              <a:buSzPts val="700"/>
              <a:buFont typeface="Figtree"/>
              <a:buNone/>
              <a:defRPr sz="700"/>
            </a:lvl4pPr>
            <a:lvl5pPr lvl="4">
              <a:spcBef>
                <a:spcPts val="0"/>
              </a:spcBef>
              <a:spcAft>
                <a:spcPts val="0"/>
              </a:spcAft>
              <a:buSzPts val="700"/>
              <a:buFont typeface="Figtree"/>
              <a:buNone/>
              <a:defRPr sz="700"/>
            </a:lvl5pPr>
            <a:lvl6pPr lvl="5">
              <a:spcBef>
                <a:spcPts val="0"/>
              </a:spcBef>
              <a:spcAft>
                <a:spcPts val="0"/>
              </a:spcAft>
              <a:buSzPts val="700"/>
              <a:buFont typeface="Figtree"/>
              <a:buNone/>
              <a:defRPr sz="700"/>
            </a:lvl6pPr>
            <a:lvl7pPr lvl="6">
              <a:spcBef>
                <a:spcPts val="0"/>
              </a:spcBef>
              <a:spcAft>
                <a:spcPts val="0"/>
              </a:spcAft>
              <a:buSzPts val="700"/>
              <a:buFont typeface="Figtree"/>
              <a:buNone/>
              <a:defRPr sz="700"/>
            </a:lvl7pPr>
            <a:lvl8pPr lvl="7">
              <a:spcBef>
                <a:spcPts val="0"/>
              </a:spcBef>
              <a:spcAft>
                <a:spcPts val="0"/>
              </a:spcAft>
              <a:buSzPts val="700"/>
              <a:buFont typeface="Figtree"/>
              <a:buNone/>
              <a:defRPr sz="700"/>
            </a:lvl8pPr>
            <a:lvl9pPr lvl="8">
              <a:spcBef>
                <a:spcPts val="0"/>
              </a:spcBef>
              <a:spcAft>
                <a:spcPts val="0"/>
              </a:spcAft>
              <a:buSzPts val="700"/>
              <a:buFont typeface="Figtree"/>
              <a:buNone/>
              <a:defRPr sz="700"/>
            </a:lvl9pPr>
          </a:lstStyle>
          <a:p>
            <a:endParaRPr/>
          </a:p>
        </p:txBody>
      </p:sp>
      <p:sp>
        <p:nvSpPr>
          <p:cNvPr id="197" name="Google Shape;197;p18"/>
          <p:cNvSpPr txBox="1">
            <a:spLocks noGrp="1"/>
          </p:cNvSpPr>
          <p:nvPr>
            <p:ph type="title" idx="2"/>
          </p:nvPr>
        </p:nvSpPr>
        <p:spPr>
          <a:xfrm>
            <a:off x="6414875" y="58625"/>
            <a:ext cx="2500500" cy="172200"/>
          </a:xfrm>
          <a:prstGeom prst="rect">
            <a:avLst/>
          </a:prstGeom>
        </p:spPr>
        <p:txBody>
          <a:bodyPr spcFirstLastPara="1" wrap="square" lIns="0" tIns="0" rIns="0" bIns="0" anchor="ctr" anchorCtr="0">
            <a:noAutofit/>
          </a:bodyPr>
          <a:lstStyle>
            <a:lvl1pPr lvl="0">
              <a:spcBef>
                <a:spcPts val="0"/>
              </a:spcBef>
              <a:spcAft>
                <a:spcPts val="0"/>
              </a:spcAft>
              <a:buNone/>
              <a:defRPr/>
            </a:lvl1pPr>
            <a:lvl2pPr lvl="1">
              <a:spcBef>
                <a:spcPts val="0"/>
              </a:spcBef>
              <a:spcAft>
                <a:spcPts val="0"/>
              </a:spcAft>
              <a:buSzPts val="700"/>
              <a:buFont typeface="Figtree"/>
              <a:buNone/>
              <a:defRPr sz="700"/>
            </a:lvl2pPr>
            <a:lvl3pPr lvl="2">
              <a:spcBef>
                <a:spcPts val="0"/>
              </a:spcBef>
              <a:spcAft>
                <a:spcPts val="0"/>
              </a:spcAft>
              <a:buSzPts val="700"/>
              <a:buFont typeface="Figtree"/>
              <a:buNone/>
              <a:defRPr sz="700"/>
            </a:lvl3pPr>
            <a:lvl4pPr lvl="3">
              <a:spcBef>
                <a:spcPts val="0"/>
              </a:spcBef>
              <a:spcAft>
                <a:spcPts val="0"/>
              </a:spcAft>
              <a:buSzPts val="700"/>
              <a:buFont typeface="Figtree"/>
              <a:buNone/>
              <a:defRPr sz="700"/>
            </a:lvl4pPr>
            <a:lvl5pPr lvl="4">
              <a:spcBef>
                <a:spcPts val="0"/>
              </a:spcBef>
              <a:spcAft>
                <a:spcPts val="0"/>
              </a:spcAft>
              <a:buSzPts val="700"/>
              <a:buFont typeface="Figtree"/>
              <a:buNone/>
              <a:defRPr sz="700"/>
            </a:lvl5pPr>
            <a:lvl6pPr lvl="5">
              <a:spcBef>
                <a:spcPts val="0"/>
              </a:spcBef>
              <a:spcAft>
                <a:spcPts val="0"/>
              </a:spcAft>
              <a:buSzPts val="700"/>
              <a:buFont typeface="Figtree"/>
              <a:buNone/>
              <a:defRPr sz="700"/>
            </a:lvl6pPr>
            <a:lvl7pPr lvl="6">
              <a:spcBef>
                <a:spcPts val="0"/>
              </a:spcBef>
              <a:spcAft>
                <a:spcPts val="0"/>
              </a:spcAft>
              <a:buSzPts val="700"/>
              <a:buFont typeface="Figtree"/>
              <a:buNone/>
              <a:defRPr sz="700"/>
            </a:lvl7pPr>
            <a:lvl8pPr lvl="7">
              <a:spcBef>
                <a:spcPts val="0"/>
              </a:spcBef>
              <a:spcAft>
                <a:spcPts val="0"/>
              </a:spcAft>
              <a:buSzPts val="700"/>
              <a:buFont typeface="Figtree"/>
              <a:buNone/>
              <a:defRPr sz="700"/>
            </a:lvl8pPr>
            <a:lvl9pPr lvl="8">
              <a:spcBef>
                <a:spcPts val="0"/>
              </a:spcBef>
              <a:spcAft>
                <a:spcPts val="0"/>
              </a:spcAft>
              <a:buSzPts val="700"/>
              <a:buFont typeface="Figtree"/>
              <a:buNone/>
              <a:defRPr sz="700"/>
            </a:lvl9pPr>
          </a:lstStyle>
          <a:p>
            <a:endParaRPr/>
          </a:p>
        </p:txBody>
      </p:sp>
      <p:sp>
        <p:nvSpPr>
          <p:cNvPr id="198" name="Google Shape;198;p18"/>
          <p:cNvSpPr txBox="1">
            <a:spLocks noGrp="1"/>
          </p:cNvSpPr>
          <p:nvPr>
            <p:ph type="title" idx="3"/>
          </p:nvPr>
        </p:nvSpPr>
        <p:spPr>
          <a:xfrm>
            <a:off x="228600" y="457200"/>
            <a:ext cx="4160400" cy="464700"/>
          </a:xfrm>
          <a:prstGeom prst="rect">
            <a:avLst/>
          </a:prstGeom>
        </p:spPr>
        <p:txBody>
          <a:bodyPr spcFirstLastPara="1" wrap="square" lIns="0" tIns="0" rIns="0" bIns="0" anchor="t" anchorCtr="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a:endParaRPr/>
          </a:p>
        </p:txBody>
      </p:sp>
      <p:sp>
        <p:nvSpPr>
          <p:cNvPr id="199" name="Google Shape;199;p18"/>
          <p:cNvSpPr txBox="1">
            <a:spLocks noGrp="1"/>
          </p:cNvSpPr>
          <p:nvPr>
            <p:ph type="body" idx="1"/>
          </p:nvPr>
        </p:nvSpPr>
        <p:spPr>
          <a:xfrm>
            <a:off x="429350" y="1801500"/>
            <a:ext cx="1683300" cy="7140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Jost"/>
              <a:buChar char="●"/>
              <a:defRPr sz="1000"/>
            </a:lvl1pPr>
            <a:lvl2pPr marL="914400" lvl="1" indent="-292100">
              <a:spcBef>
                <a:spcPts val="0"/>
              </a:spcBef>
              <a:spcAft>
                <a:spcPts val="0"/>
              </a:spcAft>
              <a:buClr>
                <a:schemeClr val="dk1"/>
              </a:buClr>
              <a:buSzPts val="1000"/>
              <a:buFont typeface="Jost"/>
              <a:buChar char="○"/>
              <a:defRPr sz="1000"/>
            </a:lvl2pPr>
            <a:lvl3pPr marL="1371600" lvl="2" indent="-292100">
              <a:spcBef>
                <a:spcPts val="0"/>
              </a:spcBef>
              <a:spcAft>
                <a:spcPts val="0"/>
              </a:spcAft>
              <a:buClr>
                <a:schemeClr val="dk1"/>
              </a:buClr>
              <a:buSzPts val="1000"/>
              <a:buFont typeface="Jost"/>
              <a:buChar char="■"/>
              <a:defRPr sz="1000"/>
            </a:lvl3pPr>
            <a:lvl4pPr marL="1828800" lvl="3" indent="-292100">
              <a:spcBef>
                <a:spcPts val="0"/>
              </a:spcBef>
              <a:spcAft>
                <a:spcPts val="0"/>
              </a:spcAft>
              <a:buClr>
                <a:schemeClr val="dk1"/>
              </a:buClr>
              <a:buSzPts val="1000"/>
              <a:buFont typeface="Jost"/>
              <a:buChar char="●"/>
              <a:defRPr sz="1000"/>
            </a:lvl4pPr>
            <a:lvl5pPr marL="2286000" lvl="4" indent="-292100">
              <a:spcBef>
                <a:spcPts val="0"/>
              </a:spcBef>
              <a:spcAft>
                <a:spcPts val="0"/>
              </a:spcAft>
              <a:buClr>
                <a:schemeClr val="dk1"/>
              </a:buClr>
              <a:buSzPts val="1000"/>
              <a:buFont typeface="Jost"/>
              <a:buChar char="○"/>
              <a:defRPr sz="1000"/>
            </a:lvl5pPr>
            <a:lvl6pPr marL="2743200" lvl="5" indent="-292100">
              <a:spcBef>
                <a:spcPts val="0"/>
              </a:spcBef>
              <a:spcAft>
                <a:spcPts val="0"/>
              </a:spcAft>
              <a:buClr>
                <a:schemeClr val="dk1"/>
              </a:buClr>
              <a:buSzPts val="1000"/>
              <a:buFont typeface="Jost"/>
              <a:buChar char="■"/>
              <a:defRPr sz="1000"/>
            </a:lvl6pPr>
            <a:lvl7pPr marL="3200400" lvl="6" indent="-292100">
              <a:spcBef>
                <a:spcPts val="0"/>
              </a:spcBef>
              <a:spcAft>
                <a:spcPts val="0"/>
              </a:spcAft>
              <a:buClr>
                <a:schemeClr val="dk1"/>
              </a:buClr>
              <a:buSzPts val="1000"/>
              <a:buFont typeface="Jost"/>
              <a:buChar char="●"/>
              <a:defRPr sz="1000"/>
            </a:lvl7pPr>
            <a:lvl8pPr marL="3657600" lvl="7" indent="-292100">
              <a:spcBef>
                <a:spcPts val="0"/>
              </a:spcBef>
              <a:spcAft>
                <a:spcPts val="0"/>
              </a:spcAft>
              <a:buClr>
                <a:schemeClr val="dk1"/>
              </a:buClr>
              <a:buSzPts val="1000"/>
              <a:buFont typeface="Jost"/>
              <a:buChar char="○"/>
              <a:defRPr sz="1000"/>
            </a:lvl8pPr>
            <a:lvl9pPr marL="4114800" lvl="8" indent="-292100">
              <a:spcBef>
                <a:spcPts val="0"/>
              </a:spcBef>
              <a:spcAft>
                <a:spcPts val="0"/>
              </a:spcAft>
              <a:buClr>
                <a:schemeClr val="dk1"/>
              </a:buClr>
              <a:buSzPts val="1000"/>
              <a:buFont typeface="Jost"/>
              <a:buChar char="■"/>
              <a:defRPr sz="1000"/>
            </a:lvl9pPr>
          </a:lstStyle>
          <a:p>
            <a:endParaRPr/>
          </a:p>
        </p:txBody>
      </p:sp>
      <p:sp>
        <p:nvSpPr>
          <p:cNvPr id="200" name="Google Shape;200;p18"/>
          <p:cNvSpPr txBox="1">
            <a:spLocks noGrp="1"/>
          </p:cNvSpPr>
          <p:nvPr>
            <p:ph type="subTitle" idx="4"/>
          </p:nvPr>
        </p:nvSpPr>
        <p:spPr>
          <a:xfrm>
            <a:off x="429350" y="1286000"/>
            <a:ext cx="1683300" cy="431700"/>
          </a:xfrm>
          <a:prstGeom prst="rect">
            <a:avLst/>
          </a:prstGeom>
        </p:spPr>
        <p:txBody>
          <a:bodyPr spcFirstLastPara="1" wrap="square" lIns="0" tIns="0" rIns="0" bIns="0" anchor="t" anchorCtr="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a:endParaRPr/>
          </a:p>
        </p:txBody>
      </p:sp>
      <p:sp>
        <p:nvSpPr>
          <p:cNvPr id="201" name="Google Shape;201;p18"/>
          <p:cNvSpPr txBox="1">
            <a:spLocks noGrp="1"/>
          </p:cNvSpPr>
          <p:nvPr>
            <p:ph type="body" idx="5"/>
          </p:nvPr>
        </p:nvSpPr>
        <p:spPr>
          <a:xfrm>
            <a:off x="4833813" y="1801500"/>
            <a:ext cx="1683300" cy="7140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Jost"/>
              <a:buChar char="●"/>
              <a:defRPr sz="1000"/>
            </a:lvl1pPr>
            <a:lvl2pPr marL="914400" lvl="1" indent="-292100">
              <a:spcBef>
                <a:spcPts val="0"/>
              </a:spcBef>
              <a:spcAft>
                <a:spcPts val="0"/>
              </a:spcAft>
              <a:buClr>
                <a:schemeClr val="dk1"/>
              </a:buClr>
              <a:buSzPts val="1000"/>
              <a:buFont typeface="Jost"/>
              <a:buChar char="○"/>
              <a:defRPr sz="1000"/>
            </a:lvl2pPr>
            <a:lvl3pPr marL="1371600" lvl="2" indent="-292100">
              <a:spcBef>
                <a:spcPts val="0"/>
              </a:spcBef>
              <a:spcAft>
                <a:spcPts val="0"/>
              </a:spcAft>
              <a:buClr>
                <a:schemeClr val="dk1"/>
              </a:buClr>
              <a:buSzPts val="1000"/>
              <a:buFont typeface="Jost"/>
              <a:buChar char="■"/>
              <a:defRPr sz="1000"/>
            </a:lvl3pPr>
            <a:lvl4pPr marL="1828800" lvl="3" indent="-292100">
              <a:spcBef>
                <a:spcPts val="0"/>
              </a:spcBef>
              <a:spcAft>
                <a:spcPts val="0"/>
              </a:spcAft>
              <a:buClr>
                <a:schemeClr val="dk1"/>
              </a:buClr>
              <a:buSzPts val="1000"/>
              <a:buFont typeface="Jost"/>
              <a:buChar char="●"/>
              <a:defRPr sz="1000"/>
            </a:lvl4pPr>
            <a:lvl5pPr marL="2286000" lvl="4" indent="-292100">
              <a:spcBef>
                <a:spcPts val="0"/>
              </a:spcBef>
              <a:spcAft>
                <a:spcPts val="0"/>
              </a:spcAft>
              <a:buClr>
                <a:schemeClr val="dk1"/>
              </a:buClr>
              <a:buSzPts val="1000"/>
              <a:buFont typeface="Jost"/>
              <a:buChar char="○"/>
              <a:defRPr sz="1000"/>
            </a:lvl5pPr>
            <a:lvl6pPr marL="2743200" lvl="5" indent="-292100">
              <a:spcBef>
                <a:spcPts val="0"/>
              </a:spcBef>
              <a:spcAft>
                <a:spcPts val="0"/>
              </a:spcAft>
              <a:buClr>
                <a:schemeClr val="dk1"/>
              </a:buClr>
              <a:buSzPts val="1000"/>
              <a:buFont typeface="Jost"/>
              <a:buChar char="■"/>
              <a:defRPr sz="1000"/>
            </a:lvl6pPr>
            <a:lvl7pPr marL="3200400" lvl="6" indent="-292100">
              <a:spcBef>
                <a:spcPts val="0"/>
              </a:spcBef>
              <a:spcAft>
                <a:spcPts val="0"/>
              </a:spcAft>
              <a:buClr>
                <a:schemeClr val="dk1"/>
              </a:buClr>
              <a:buSzPts val="1000"/>
              <a:buFont typeface="Jost"/>
              <a:buChar char="●"/>
              <a:defRPr sz="1000"/>
            </a:lvl7pPr>
            <a:lvl8pPr marL="3657600" lvl="7" indent="-292100">
              <a:spcBef>
                <a:spcPts val="0"/>
              </a:spcBef>
              <a:spcAft>
                <a:spcPts val="0"/>
              </a:spcAft>
              <a:buClr>
                <a:schemeClr val="dk1"/>
              </a:buClr>
              <a:buSzPts val="1000"/>
              <a:buFont typeface="Jost"/>
              <a:buChar char="○"/>
              <a:defRPr sz="1000"/>
            </a:lvl8pPr>
            <a:lvl9pPr marL="4114800" lvl="8" indent="-292100">
              <a:spcBef>
                <a:spcPts val="0"/>
              </a:spcBef>
              <a:spcAft>
                <a:spcPts val="0"/>
              </a:spcAft>
              <a:buClr>
                <a:schemeClr val="dk1"/>
              </a:buClr>
              <a:buSzPts val="1000"/>
              <a:buFont typeface="Jost"/>
              <a:buChar char="■"/>
              <a:defRPr sz="1000"/>
            </a:lvl9pPr>
          </a:lstStyle>
          <a:p>
            <a:endParaRPr/>
          </a:p>
        </p:txBody>
      </p:sp>
      <p:sp>
        <p:nvSpPr>
          <p:cNvPr id="202" name="Google Shape;202;p18"/>
          <p:cNvSpPr txBox="1">
            <a:spLocks noGrp="1"/>
          </p:cNvSpPr>
          <p:nvPr>
            <p:ph type="subTitle" idx="6"/>
          </p:nvPr>
        </p:nvSpPr>
        <p:spPr>
          <a:xfrm>
            <a:off x="4833813" y="1286000"/>
            <a:ext cx="1683300" cy="431700"/>
          </a:xfrm>
          <a:prstGeom prst="rect">
            <a:avLst/>
          </a:prstGeom>
        </p:spPr>
        <p:txBody>
          <a:bodyPr spcFirstLastPara="1" wrap="square" lIns="0" tIns="0" rIns="0" bIns="0" anchor="t" anchorCtr="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a:endParaRPr/>
          </a:p>
        </p:txBody>
      </p:sp>
      <p:sp>
        <p:nvSpPr>
          <p:cNvPr id="203" name="Google Shape;203;p18"/>
          <p:cNvSpPr txBox="1">
            <a:spLocks noGrp="1"/>
          </p:cNvSpPr>
          <p:nvPr>
            <p:ph type="body" idx="7"/>
          </p:nvPr>
        </p:nvSpPr>
        <p:spPr>
          <a:xfrm>
            <a:off x="2631588" y="2360650"/>
            <a:ext cx="1683300" cy="7140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Jost"/>
              <a:buChar char="●"/>
              <a:defRPr sz="1000"/>
            </a:lvl1pPr>
            <a:lvl2pPr marL="914400" lvl="1" indent="-292100">
              <a:spcBef>
                <a:spcPts val="0"/>
              </a:spcBef>
              <a:spcAft>
                <a:spcPts val="0"/>
              </a:spcAft>
              <a:buClr>
                <a:schemeClr val="dk1"/>
              </a:buClr>
              <a:buSzPts val="1000"/>
              <a:buFont typeface="Jost"/>
              <a:buChar char="○"/>
              <a:defRPr sz="1000"/>
            </a:lvl2pPr>
            <a:lvl3pPr marL="1371600" lvl="2" indent="-292100">
              <a:spcBef>
                <a:spcPts val="0"/>
              </a:spcBef>
              <a:spcAft>
                <a:spcPts val="0"/>
              </a:spcAft>
              <a:buClr>
                <a:schemeClr val="dk1"/>
              </a:buClr>
              <a:buSzPts val="1000"/>
              <a:buFont typeface="Jost"/>
              <a:buChar char="■"/>
              <a:defRPr sz="1000"/>
            </a:lvl3pPr>
            <a:lvl4pPr marL="1828800" lvl="3" indent="-292100">
              <a:spcBef>
                <a:spcPts val="0"/>
              </a:spcBef>
              <a:spcAft>
                <a:spcPts val="0"/>
              </a:spcAft>
              <a:buClr>
                <a:schemeClr val="dk1"/>
              </a:buClr>
              <a:buSzPts val="1000"/>
              <a:buFont typeface="Jost"/>
              <a:buChar char="●"/>
              <a:defRPr sz="1000"/>
            </a:lvl4pPr>
            <a:lvl5pPr marL="2286000" lvl="4" indent="-292100">
              <a:spcBef>
                <a:spcPts val="0"/>
              </a:spcBef>
              <a:spcAft>
                <a:spcPts val="0"/>
              </a:spcAft>
              <a:buClr>
                <a:schemeClr val="dk1"/>
              </a:buClr>
              <a:buSzPts val="1000"/>
              <a:buFont typeface="Jost"/>
              <a:buChar char="○"/>
              <a:defRPr sz="1000"/>
            </a:lvl5pPr>
            <a:lvl6pPr marL="2743200" lvl="5" indent="-292100">
              <a:spcBef>
                <a:spcPts val="0"/>
              </a:spcBef>
              <a:spcAft>
                <a:spcPts val="0"/>
              </a:spcAft>
              <a:buClr>
                <a:schemeClr val="dk1"/>
              </a:buClr>
              <a:buSzPts val="1000"/>
              <a:buFont typeface="Jost"/>
              <a:buChar char="■"/>
              <a:defRPr sz="1000"/>
            </a:lvl6pPr>
            <a:lvl7pPr marL="3200400" lvl="6" indent="-292100">
              <a:spcBef>
                <a:spcPts val="0"/>
              </a:spcBef>
              <a:spcAft>
                <a:spcPts val="0"/>
              </a:spcAft>
              <a:buClr>
                <a:schemeClr val="dk1"/>
              </a:buClr>
              <a:buSzPts val="1000"/>
              <a:buFont typeface="Jost"/>
              <a:buChar char="●"/>
              <a:defRPr sz="1000"/>
            </a:lvl7pPr>
            <a:lvl8pPr marL="3657600" lvl="7" indent="-292100">
              <a:spcBef>
                <a:spcPts val="0"/>
              </a:spcBef>
              <a:spcAft>
                <a:spcPts val="0"/>
              </a:spcAft>
              <a:buClr>
                <a:schemeClr val="dk1"/>
              </a:buClr>
              <a:buSzPts val="1000"/>
              <a:buFont typeface="Jost"/>
              <a:buChar char="○"/>
              <a:defRPr sz="1000"/>
            </a:lvl8pPr>
            <a:lvl9pPr marL="4114800" lvl="8" indent="-292100">
              <a:spcBef>
                <a:spcPts val="0"/>
              </a:spcBef>
              <a:spcAft>
                <a:spcPts val="0"/>
              </a:spcAft>
              <a:buClr>
                <a:schemeClr val="dk1"/>
              </a:buClr>
              <a:buSzPts val="1000"/>
              <a:buFont typeface="Jost"/>
              <a:buChar char="■"/>
              <a:defRPr sz="1000"/>
            </a:lvl9pPr>
          </a:lstStyle>
          <a:p>
            <a:endParaRPr/>
          </a:p>
        </p:txBody>
      </p:sp>
      <p:sp>
        <p:nvSpPr>
          <p:cNvPr id="204" name="Google Shape;204;p18"/>
          <p:cNvSpPr txBox="1">
            <a:spLocks noGrp="1"/>
          </p:cNvSpPr>
          <p:nvPr>
            <p:ph type="subTitle" idx="8"/>
          </p:nvPr>
        </p:nvSpPr>
        <p:spPr>
          <a:xfrm>
            <a:off x="2631588" y="1845150"/>
            <a:ext cx="1683300" cy="431700"/>
          </a:xfrm>
          <a:prstGeom prst="rect">
            <a:avLst/>
          </a:prstGeom>
        </p:spPr>
        <p:txBody>
          <a:bodyPr spcFirstLastPara="1" wrap="square" lIns="0" tIns="0" rIns="0" bIns="0" anchor="t" anchorCtr="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a:endParaRPr/>
          </a:p>
        </p:txBody>
      </p:sp>
      <p:sp>
        <p:nvSpPr>
          <p:cNvPr id="205" name="Google Shape;205;p18"/>
          <p:cNvSpPr txBox="1">
            <a:spLocks noGrp="1"/>
          </p:cNvSpPr>
          <p:nvPr>
            <p:ph type="body" idx="9"/>
          </p:nvPr>
        </p:nvSpPr>
        <p:spPr>
          <a:xfrm>
            <a:off x="7036075" y="2360650"/>
            <a:ext cx="1683300" cy="7140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Jost"/>
              <a:buChar char="●"/>
              <a:defRPr sz="1000"/>
            </a:lvl1pPr>
            <a:lvl2pPr marL="914400" lvl="1" indent="-292100">
              <a:spcBef>
                <a:spcPts val="0"/>
              </a:spcBef>
              <a:spcAft>
                <a:spcPts val="0"/>
              </a:spcAft>
              <a:buClr>
                <a:schemeClr val="dk1"/>
              </a:buClr>
              <a:buSzPts val="1000"/>
              <a:buFont typeface="Jost"/>
              <a:buChar char="○"/>
              <a:defRPr sz="1000"/>
            </a:lvl2pPr>
            <a:lvl3pPr marL="1371600" lvl="2" indent="-292100">
              <a:spcBef>
                <a:spcPts val="0"/>
              </a:spcBef>
              <a:spcAft>
                <a:spcPts val="0"/>
              </a:spcAft>
              <a:buClr>
                <a:schemeClr val="dk1"/>
              </a:buClr>
              <a:buSzPts val="1000"/>
              <a:buFont typeface="Jost"/>
              <a:buChar char="■"/>
              <a:defRPr sz="1000"/>
            </a:lvl3pPr>
            <a:lvl4pPr marL="1828800" lvl="3" indent="-292100">
              <a:spcBef>
                <a:spcPts val="0"/>
              </a:spcBef>
              <a:spcAft>
                <a:spcPts val="0"/>
              </a:spcAft>
              <a:buClr>
                <a:schemeClr val="dk1"/>
              </a:buClr>
              <a:buSzPts val="1000"/>
              <a:buFont typeface="Jost"/>
              <a:buChar char="●"/>
              <a:defRPr sz="1000"/>
            </a:lvl4pPr>
            <a:lvl5pPr marL="2286000" lvl="4" indent="-292100">
              <a:spcBef>
                <a:spcPts val="0"/>
              </a:spcBef>
              <a:spcAft>
                <a:spcPts val="0"/>
              </a:spcAft>
              <a:buClr>
                <a:schemeClr val="dk1"/>
              </a:buClr>
              <a:buSzPts val="1000"/>
              <a:buFont typeface="Jost"/>
              <a:buChar char="○"/>
              <a:defRPr sz="1000"/>
            </a:lvl5pPr>
            <a:lvl6pPr marL="2743200" lvl="5" indent="-292100">
              <a:spcBef>
                <a:spcPts val="0"/>
              </a:spcBef>
              <a:spcAft>
                <a:spcPts val="0"/>
              </a:spcAft>
              <a:buClr>
                <a:schemeClr val="dk1"/>
              </a:buClr>
              <a:buSzPts val="1000"/>
              <a:buFont typeface="Jost"/>
              <a:buChar char="■"/>
              <a:defRPr sz="1000"/>
            </a:lvl6pPr>
            <a:lvl7pPr marL="3200400" lvl="6" indent="-292100">
              <a:spcBef>
                <a:spcPts val="0"/>
              </a:spcBef>
              <a:spcAft>
                <a:spcPts val="0"/>
              </a:spcAft>
              <a:buClr>
                <a:schemeClr val="dk1"/>
              </a:buClr>
              <a:buSzPts val="1000"/>
              <a:buFont typeface="Jost"/>
              <a:buChar char="●"/>
              <a:defRPr sz="1000"/>
            </a:lvl7pPr>
            <a:lvl8pPr marL="3657600" lvl="7" indent="-292100">
              <a:spcBef>
                <a:spcPts val="0"/>
              </a:spcBef>
              <a:spcAft>
                <a:spcPts val="0"/>
              </a:spcAft>
              <a:buClr>
                <a:schemeClr val="dk1"/>
              </a:buClr>
              <a:buSzPts val="1000"/>
              <a:buFont typeface="Jost"/>
              <a:buChar char="○"/>
              <a:defRPr sz="1000"/>
            </a:lvl8pPr>
            <a:lvl9pPr marL="4114800" lvl="8" indent="-292100">
              <a:spcBef>
                <a:spcPts val="0"/>
              </a:spcBef>
              <a:spcAft>
                <a:spcPts val="0"/>
              </a:spcAft>
              <a:buClr>
                <a:schemeClr val="dk1"/>
              </a:buClr>
              <a:buSzPts val="1000"/>
              <a:buFont typeface="Jost"/>
              <a:buChar char="■"/>
              <a:defRPr sz="1000"/>
            </a:lvl9pPr>
          </a:lstStyle>
          <a:p>
            <a:endParaRPr/>
          </a:p>
        </p:txBody>
      </p:sp>
      <p:sp>
        <p:nvSpPr>
          <p:cNvPr id="206" name="Google Shape;206;p18"/>
          <p:cNvSpPr txBox="1">
            <a:spLocks noGrp="1"/>
          </p:cNvSpPr>
          <p:nvPr>
            <p:ph type="subTitle" idx="13"/>
          </p:nvPr>
        </p:nvSpPr>
        <p:spPr>
          <a:xfrm>
            <a:off x="7036075" y="1845150"/>
            <a:ext cx="1683300" cy="431700"/>
          </a:xfrm>
          <a:prstGeom prst="rect">
            <a:avLst/>
          </a:prstGeom>
        </p:spPr>
        <p:txBody>
          <a:bodyPr spcFirstLastPara="1" wrap="square" lIns="0" tIns="0" rIns="0" bIns="0" anchor="t" anchorCtr="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Graphic">
  <p:cSld name="CUSTOM_8_1_1_1_1_1_1_1_1_1_1_1_1_1_1_1_1_1_1_1_1_1_1_1_1_1_1_1_1_1">
    <p:spTree>
      <p:nvGrpSpPr>
        <p:cNvPr id="1" name="Shape 207"/>
        <p:cNvGrpSpPr/>
        <p:nvPr/>
      </p:nvGrpSpPr>
      <p:grpSpPr>
        <a:xfrm>
          <a:off x="0" y="0"/>
          <a:ext cx="0" cy="0"/>
          <a:chOff x="0" y="0"/>
          <a:chExt cx="0" cy="0"/>
        </a:xfrm>
      </p:grpSpPr>
      <p:sp>
        <p:nvSpPr>
          <p:cNvPr id="208" name="Google Shape;208;p19"/>
          <p:cNvSpPr/>
          <p:nvPr/>
        </p:nvSpPr>
        <p:spPr>
          <a:xfrm>
            <a:off x="0" y="0"/>
            <a:ext cx="3177300" cy="3177300"/>
          </a:xfrm>
          <a:prstGeom prst="rect">
            <a:avLst/>
          </a:prstGeom>
          <a:gradFill>
            <a:gsLst>
              <a:gs pos="0">
                <a:schemeClr val="lt2"/>
              </a:gs>
              <a:gs pos="72000">
                <a:schemeClr val="lt1"/>
              </a:gs>
              <a:gs pos="100000">
                <a:schemeClr val="lt1"/>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Figtree"/>
              <a:ea typeface="Figtree"/>
              <a:cs typeface="Figtree"/>
              <a:sym typeface="Figtree"/>
            </a:endParaRPr>
          </a:p>
        </p:txBody>
      </p:sp>
      <p:sp>
        <p:nvSpPr>
          <p:cNvPr id="209" name="Google Shape;209;p19"/>
          <p:cNvSpPr txBox="1">
            <a:spLocks noGrp="1"/>
          </p:cNvSpPr>
          <p:nvPr>
            <p:ph type="title"/>
          </p:nvPr>
        </p:nvSpPr>
        <p:spPr>
          <a:xfrm>
            <a:off x="230075" y="58625"/>
            <a:ext cx="2500500" cy="172200"/>
          </a:xfrm>
          <a:prstGeom prst="rect">
            <a:avLst/>
          </a:prstGeom>
        </p:spPr>
        <p:txBody>
          <a:bodyPr spcFirstLastPara="1" wrap="square" lIns="0" tIns="0" rIns="0" bIns="0" anchor="ctr" anchorCtr="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a:endParaRPr/>
          </a:p>
        </p:txBody>
      </p:sp>
      <p:sp>
        <p:nvSpPr>
          <p:cNvPr id="210" name="Google Shape;210;p19"/>
          <p:cNvSpPr txBox="1">
            <a:spLocks noGrp="1"/>
          </p:cNvSpPr>
          <p:nvPr>
            <p:ph type="title" idx="2"/>
          </p:nvPr>
        </p:nvSpPr>
        <p:spPr>
          <a:xfrm>
            <a:off x="6414875" y="58625"/>
            <a:ext cx="2500500" cy="172200"/>
          </a:xfrm>
          <a:prstGeom prst="rect">
            <a:avLst/>
          </a:prstGeom>
        </p:spPr>
        <p:txBody>
          <a:bodyPr spcFirstLastPara="1" wrap="square" lIns="0" tIns="0" rIns="0" bIns="0" anchor="ctr" anchorCtr="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a:endParaRPr/>
          </a:p>
        </p:txBody>
      </p:sp>
      <p:sp>
        <p:nvSpPr>
          <p:cNvPr id="211" name="Google Shape;211;p19"/>
          <p:cNvSpPr txBox="1">
            <a:spLocks noGrp="1"/>
          </p:cNvSpPr>
          <p:nvPr>
            <p:ph type="body" idx="1"/>
          </p:nvPr>
        </p:nvSpPr>
        <p:spPr>
          <a:xfrm>
            <a:off x="337797" y="1044075"/>
            <a:ext cx="2839500" cy="7140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Jost"/>
              <a:buChar char="●"/>
              <a:defRPr sz="1000"/>
            </a:lvl1pPr>
            <a:lvl2pPr marL="914400" lvl="1" indent="-292100">
              <a:spcBef>
                <a:spcPts val="0"/>
              </a:spcBef>
              <a:spcAft>
                <a:spcPts val="0"/>
              </a:spcAft>
              <a:buClr>
                <a:schemeClr val="dk1"/>
              </a:buClr>
              <a:buSzPts val="1000"/>
              <a:buFont typeface="Jost"/>
              <a:buChar char="○"/>
              <a:defRPr sz="1000"/>
            </a:lvl2pPr>
            <a:lvl3pPr marL="1371600" lvl="2" indent="-292100">
              <a:spcBef>
                <a:spcPts val="0"/>
              </a:spcBef>
              <a:spcAft>
                <a:spcPts val="0"/>
              </a:spcAft>
              <a:buClr>
                <a:schemeClr val="dk1"/>
              </a:buClr>
              <a:buSzPts val="1000"/>
              <a:buFont typeface="Jost"/>
              <a:buChar char="■"/>
              <a:defRPr sz="1000"/>
            </a:lvl3pPr>
            <a:lvl4pPr marL="1828800" lvl="3" indent="-292100">
              <a:spcBef>
                <a:spcPts val="0"/>
              </a:spcBef>
              <a:spcAft>
                <a:spcPts val="0"/>
              </a:spcAft>
              <a:buClr>
                <a:schemeClr val="dk1"/>
              </a:buClr>
              <a:buSzPts val="1000"/>
              <a:buFont typeface="Jost"/>
              <a:buChar char="●"/>
              <a:defRPr sz="1000"/>
            </a:lvl4pPr>
            <a:lvl5pPr marL="2286000" lvl="4" indent="-292100">
              <a:spcBef>
                <a:spcPts val="0"/>
              </a:spcBef>
              <a:spcAft>
                <a:spcPts val="0"/>
              </a:spcAft>
              <a:buClr>
                <a:schemeClr val="dk1"/>
              </a:buClr>
              <a:buSzPts val="1000"/>
              <a:buFont typeface="Jost"/>
              <a:buChar char="○"/>
              <a:defRPr sz="1000"/>
            </a:lvl5pPr>
            <a:lvl6pPr marL="2743200" lvl="5" indent="-292100">
              <a:spcBef>
                <a:spcPts val="0"/>
              </a:spcBef>
              <a:spcAft>
                <a:spcPts val="0"/>
              </a:spcAft>
              <a:buClr>
                <a:schemeClr val="dk1"/>
              </a:buClr>
              <a:buSzPts val="1000"/>
              <a:buFont typeface="Jost"/>
              <a:buChar char="■"/>
              <a:defRPr sz="1000"/>
            </a:lvl6pPr>
            <a:lvl7pPr marL="3200400" lvl="6" indent="-292100">
              <a:spcBef>
                <a:spcPts val="0"/>
              </a:spcBef>
              <a:spcAft>
                <a:spcPts val="0"/>
              </a:spcAft>
              <a:buClr>
                <a:schemeClr val="dk1"/>
              </a:buClr>
              <a:buSzPts val="1000"/>
              <a:buFont typeface="Jost"/>
              <a:buChar char="●"/>
              <a:defRPr sz="1000"/>
            </a:lvl7pPr>
            <a:lvl8pPr marL="3657600" lvl="7" indent="-292100">
              <a:spcBef>
                <a:spcPts val="0"/>
              </a:spcBef>
              <a:spcAft>
                <a:spcPts val="0"/>
              </a:spcAft>
              <a:buClr>
                <a:schemeClr val="dk1"/>
              </a:buClr>
              <a:buSzPts val="1000"/>
              <a:buFont typeface="Jost"/>
              <a:buChar char="○"/>
              <a:defRPr sz="1000"/>
            </a:lvl8pPr>
            <a:lvl9pPr marL="4114800" lvl="8" indent="-292100">
              <a:spcBef>
                <a:spcPts val="0"/>
              </a:spcBef>
              <a:spcAft>
                <a:spcPts val="0"/>
              </a:spcAft>
              <a:buClr>
                <a:schemeClr val="dk1"/>
              </a:buClr>
              <a:buSzPts val="1000"/>
              <a:buFont typeface="Jost"/>
              <a:buChar char="■"/>
              <a:defRPr sz="1000"/>
            </a:lvl9pPr>
          </a:lstStyle>
          <a:p>
            <a:endParaRPr/>
          </a:p>
        </p:txBody>
      </p:sp>
      <p:sp>
        <p:nvSpPr>
          <p:cNvPr id="212" name="Google Shape;212;p19"/>
          <p:cNvSpPr txBox="1">
            <a:spLocks noGrp="1"/>
          </p:cNvSpPr>
          <p:nvPr>
            <p:ph type="body" idx="3"/>
          </p:nvPr>
        </p:nvSpPr>
        <p:spPr>
          <a:xfrm>
            <a:off x="5967566" y="1044075"/>
            <a:ext cx="2855700" cy="7140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Jost"/>
              <a:buChar char="●"/>
              <a:defRPr sz="1000"/>
            </a:lvl1pPr>
            <a:lvl2pPr marL="914400" lvl="1" indent="-292100">
              <a:spcBef>
                <a:spcPts val="0"/>
              </a:spcBef>
              <a:spcAft>
                <a:spcPts val="0"/>
              </a:spcAft>
              <a:buClr>
                <a:schemeClr val="dk1"/>
              </a:buClr>
              <a:buSzPts val="1000"/>
              <a:buFont typeface="Jost"/>
              <a:buChar char="○"/>
              <a:defRPr sz="1000"/>
            </a:lvl2pPr>
            <a:lvl3pPr marL="1371600" lvl="2" indent="-292100">
              <a:spcBef>
                <a:spcPts val="0"/>
              </a:spcBef>
              <a:spcAft>
                <a:spcPts val="0"/>
              </a:spcAft>
              <a:buClr>
                <a:schemeClr val="dk1"/>
              </a:buClr>
              <a:buSzPts val="1000"/>
              <a:buFont typeface="Jost"/>
              <a:buChar char="■"/>
              <a:defRPr sz="1000"/>
            </a:lvl3pPr>
            <a:lvl4pPr marL="1828800" lvl="3" indent="-292100">
              <a:spcBef>
                <a:spcPts val="0"/>
              </a:spcBef>
              <a:spcAft>
                <a:spcPts val="0"/>
              </a:spcAft>
              <a:buClr>
                <a:schemeClr val="dk1"/>
              </a:buClr>
              <a:buSzPts val="1000"/>
              <a:buFont typeface="Jost"/>
              <a:buChar char="●"/>
              <a:defRPr sz="1000"/>
            </a:lvl4pPr>
            <a:lvl5pPr marL="2286000" lvl="4" indent="-292100">
              <a:spcBef>
                <a:spcPts val="0"/>
              </a:spcBef>
              <a:spcAft>
                <a:spcPts val="0"/>
              </a:spcAft>
              <a:buClr>
                <a:schemeClr val="dk1"/>
              </a:buClr>
              <a:buSzPts val="1000"/>
              <a:buFont typeface="Jost"/>
              <a:buChar char="○"/>
              <a:defRPr sz="1000"/>
            </a:lvl5pPr>
            <a:lvl6pPr marL="2743200" lvl="5" indent="-292100">
              <a:spcBef>
                <a:spcPts val="0"/>
              </a:spcBef>
              <a:spcAft>
                <a:spcPts val="0"/>
              </a:spcAft>
              <a:buClr>
                <a:schemeClr val="dk1"/>
              </a:buClr>
              <a:buSzPts val="1000"/>
              <a:buFont typeface="Jost"/>
              <a:buChar char="■"/>
              <a:defRPr sz="1000"/>
            </a:lvl6pPr>
            <a:lvl7pPr marL="3200400" lvl="6" indent="-292100">
              <a:spcBef>
                <a:spcPts val="0"/>
              </a:spcBef>
              <a:spcAft>
                <a:spcPts val="0"/>
              </a:spcAft>
              <a:buClr>
                <a:schemeClr val="dk1"/>
              </a:buClr>
              <a:buSzPts val="1000"/>
              <a:buFont typeface="Jost"/>
              <a:buChar char="●"/>
              <a:defRPr sz="1000"/>
            </a:lvl7pPr>
            <a:lvl8pPr marL="3657600" lvl="7" indent="-292100">
              <a:spcBef>
                <a:spcPts val="0"/>
              </a:spcBef>
              <a:spcAft>
                <a:spcPts val="0"/>
              </a:spcAft>
              <a:buClr>
                <a:schemeClr val="dk1"/>
              </a:buClr>
              <a:buSzPts val="1000"/>
              <a:buFont typeface="Jost"/>
              <a:buChar char="○"/>
              <a:defRPr sz="1000"/>
            </a:lvl8pPr>
            <a:lvl9pPr marL="4114800" lvl="8" indent="-292100">
              <a:spcBef>
                <a:spcPts val="0"/>
              </a:spcBef>
              <a:spcAft>
                <a:spcPts val="0"/>
              </a:spcAft>
              <a:buClr>
                <a:schemeClr val="dk1"/>
              </a:buClr>
              <a:buSzPts val="1000"/>
              <a:buFont typeface="Jost"/>
              <a:buChar char="■"/>
              <a:defRPr sz="1000"/>
            </a:lvl9pPr>
          </a:lstStyle>
          <a:p>
            <a:endParaRPr/>
          </a:p>
        </p:txBody>
      </p:sp>
      <p:sp>
        <p:nvSpPr>
          <p:cNvPr id="213" name="Google Shape;213;p19"/>
          <p:cNvSpPr txBox="1">
            <a:spLocks noGrp="1"/>
          </p:cNvSpPr>
          <p:nvPr>
            <p:ph type="body" idx="4"/>
          </p:nvPr>
        </p:nvSpPr>
        <p:spPr>
          <a:xfrm>
            <a:off x="321474" y="3385428"/>
            <a:ext cx="2839500" cy="7140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Jost"/>
              <a:buChar char="●"/>
              <a:defRPr sz="1000"/>
            </a:lvl1pPr>
            <a:lvl2pPr marL="914400" lvl="1" indent="-292100">
              <a:spcBef>
                <a:spcPts val="0"/>
              </a:spcBef>
              <a:spcAft>
                <a:spcPts val="0"/>
              </a:spcAft>
              <a:buClr>
                <a:schemeClr val="dk1"/>
              </a:buClr>
              <a:buSzPts val="1000"/>
              <a:buFont typeface="Jost"/>
              <a:buChar char="○"/>
              <a:defRPr sz="1000"/>
            </a:lvl2pPr>
            <a:lvl3pPr marL="1371600" lvl="2" indent="-292100">
              <a:spcBef>
                <a:spcPts val="0"/>
              </a:spcBef>
              <a:spcAft>
                <a:spcPts val="0"/>
              </a:spcAft>
              <a:buClr>
                <a:schemeClr val="dk1"/>
              </a:buClr>
              <a:buSzPts val="1000"/>
              <a:buFont typeface="Jost"/>
              <a:buChar char="■"/>
              <a:defRPr sz="1000"/>
            </a:lvl3pPr>
            <a:lvl4pPr marL="1828800" lvl="3" indent="-292100">
              <a:spcBef>
                <a:spcPts val="0"/>
              </a:spcBef>
              <a:spcAft>
                <a:spcPts val="0"/>
              </a:spcAft>
              <a:buClr>
                <a:schemeClr val="dk1"/>
              </a:buClr>
              <a:buSzPts val="1000"/>
              <a:buFont typeface="Jost"/>
              <a:buChar char="●"/>
              <a:defRPr sz="1000"/>
            </a:lvl4pPr>
            <a:lvl5pPr marL="2286000" lvl="4" indent="-292100">
              <a:spcBef>
                <a:spcPts val="0"/>
              </a:spcBef>
              <a:spcAft>
                <a:spcPts val="0"/>
              </a:spcAft>
              <a:buClr>
                <a:schemeClr val="dk1"/>
              </a:buClr>
              <a:buSzPts val="1000"/>
              <a:buFont typeface="Jost"/>
              <a:buChar char="○"/>
              <a:defRPr sz="1000"/>
            </a:lvl5pPr>
            <a:lvl6pPr marL="2743200" lvl="5" indent="-292100">
              <a:spcBef>
                <a:spcPts val="0"/>
              </a:spcBef>
              <a:spcAft>
                <a:spcPts val="0"/>
              </a:spcAft>
              <a:buClr>
                <a:schemeClr val="dk1"/>
              </a:buClr>
              <a:buSzPts val="1000"/>
              <a:buFont typeface="Jost"/>
              <a:buChar char="■"/>
              <a:defRPr sz="1000"/>
            </a:lvl6pPr>
            <a:lvl7pPr marL="3200400" lvl="6" indent="-292100">
              <a:spcBef>
                <a:spcPts val="0"/>
              </a:spcBef>
              <a:spcAft>
                <a:spcPts val="0"/>
              </a:spcAft>
              <a:buClr>
                <a:schemeClr val="dk1"/>
              </a:buClr>
              <a:buSzPts val="1000"/>
              <a:buFont typeface="Jost"/>
              <a:buChar char="●"/>
              <a:defRPr sz="1000"/>
            </a:lvl7pPr>
            <a:lvl8pPr marL="3657600" lvl="7" indent="-292100">
              <a:spcBef>
                <a:spcPts val="0"/>
              </a:spcBef>
              <a:spcAft>
                <a:spcPts val="0"/>
              </a:spcAft>
              <a:buClr>
                <a:schemeClr val="dk1"/>
              </a:buClr>
              <a:buSzPts val="1000"/>
              <a:buFont typeface="Jost"/>
              <a:buChar char="○"/>
              <a:defRPr sz="1000"/>
            </a:lvl8pPr>
            <a:lvl9pPr marL="4114800" lvl="8" indent="-292100">
              <a:spcBef>
                <a:spcPts val="0"/>
              </a:spcBef>
              <a:spcAft>
                <a:spcPts val="0"/>
              </a:spcAft>
              <a:buClr>
                <a:schemeClr val="dk1"/>
              </a:buClr>
              <a:buSzPts val="1000"/>
              <a:buFont typeface="Jost"/>
              <a:buChar char="■"/>
              <a:defRPr sz="1000"/>
            </a:lvl9pPr>
          </a:lstStyle>
          <a:p>
            <a:endParaRPr/>
          </a:p>
        </p:txBody>
      </p:sp>
      <p:sp>
        <p:nvSpPr>
          <p:cNvPr id="214" name="Google Shape;214;p19"/>
          <p:cNvSpPr txBox="1">
            <a:spLocks noGrp="1"/>
          </p:cNvSpPr>
          <p:nvPr>
            <p:ph type="body" idx="5"/>
          </p:nvPr>
        </p:nvSpPr>
        <p:spPr>
          <a:xfrm>
            <a:off x="5951149" y="3385428"/>
            <a:ext cx="2855700" cy="7140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Jost"/>
              <a:buChar char="●"/>
              <a:defRPr sz="1000"/>
            </a:lvl1pPr>
            <a:lvl2pPr marL="914400" lvl="1" indent="-292100">
              <a:spcBef>
                <a:spcPts val="0"/>
              </a:spcBef>
              <a:spcAft>
                <a:spcPts val="0"/>
              </a:spcAft>
              <a:buClr>
                <a:schemeClr val="dk1"/>
              </a:buClr>
              <a:buSzPts val="1000"/>
              <a:buFont typeface="Jost"/>
              <a:buChar char="○"/>
              <a:defRPr sz="1000"/>
            </a:lvl2pPr>
            <a:lvl3pPr marL="1371600" lvl="2" indent="-292100">
              <a:spcBef>
                <a:spcPts val="0"/>
              </a:spcBef>
              <a:spcAft>
                <a:spcPts val="0"/>
              </a:spcAft>
              <a:buClr>
                <a:schemeClr val="dk1"/>
              </a:buClr>
              <a:buSzPts val="1000"/>
              <a:buFont typeface="Jost"/>
              <a:buChar char="■"/>
              <a:defRPr sz="1000"/>
            </a:lvl3pPr>
            <a:lvl4pPr marL="1828800" lvl="3" indent="-292100">
              <a:spcBef>
                <a:spcPts val="0"/>
              </a:spcBef>
              <a:spcAft>
                <a:spcPts val="0"/>
              </a:spcAft>
              <a:buClr>
                <a:schemeClr val="dk1"/>
              </a:buClr>
              <a:buSzPts val="1000"/>
              <a:buFont typeface="Jost"/>
              <a:buChar char="●"/>
              <a:defRPr sz="1000"/>
            </a:lvl4pPr>
            <a:lvl5pPr marL="2286000" lvl="4" indent="-292100">
              <a:spcBef>
                <a:spcPts val="0"/>
              </a:spcBef>
              <a:spcAft>
                <a:spcPts val="0"/>
              </a:spcAft>
              <a:buClr>
                <a:schemeClr val="dk1"/>
              </a:buClr>
              <a:buSzPts val="1000"/>
              <a:buFont typeface="Jost"/>
              <a:buChar char="○"/>
              <a:defRPr sz="1000"/>
            </a:lvl5pPr>
            <a:lvl6pPr marL="2743200" lvl="5" indent="-292100">
              <a:spcBef>
                <a:spcPts val="0"/>
              </a:spcBef>
              <a:spcAft>
                <a:spcPts val="0"/>
              </a:spcAft>
              <a:buClr>
                <a:schemeClr val="dk1"/>
              </a:buClr>
              <a:buSzPts val="1000"/>
              <a:buFont typeface="Jost"/>
              <a:buChar char="■"/>
              <a:defRPr sz="1000"/>
            </a:lvl6pPr>
            <a:lvl7pPr marL="3200400" lvl="6" indent="-292100">
              <a:spcBef>
                <a:spcPts val="0"/>
              </a:spcBef>
              <a:spcAft>
                <a:spcPts val="0"/>
              </a:spcAft>
              <a:buClr>
                <a:schemeClr val="dk1"/>
              </a:buClr>
              <a:buSzPts val="1000"/>
              <a:buFont typeface="Jost"/>
              <a:buChar char="●"/>
              <a:defRPr sz="1000"/>
            </a:lvl7pPr>
            <a:lvl8pPr marL="3657600" lvl="7" indent="-292100">
              <a:spcBef>
                <a:spcPts val="0"/>
              </a:spcBef>
              <a:spcAft>
                <a:spcPts val="0"/>
              </a:spcAft>
              <a:buClr>
                <a:schemeClr val="dk1"/>
              </a:buClr>
              <a:buSzPts val="1000"/>
              <a:buFont typeface="Jost"/>
              <a:buChar char="○"/>
              <a:defRPr sz="1000"/>
            </a:lvl8pPr>
            <a:lvl9pPr marL="4114800" lvl="8" indent="-292100">
              <a:spcBef>
                <a:spcPts val="0"/>
              </a:spcBef>
              <a:spcAft>
                <a:spcPts val="0"/>
              </a:spcAft>
              <a:buClr>
                <a:schemeClr val="dk1"/>
              </a:buClr>
              <a:buSzPts val="1000"/>
              <a:buFont typeface="Jost"/>
              <a:buChar char="■"/>
              <a:defRPr sz="1000"/>
            </a:lvl9pPr>
          </a:lstStyle>
          <a:p>
            <a:endParaRPr/>
          </a:p>
        </p:txBody>
      </p:sp>
      <p:sp>
        <p:nvSpPr>
          <p:cNvPr id="215" name="Google Shape;215;p19"/>
          <p:cNvSpPr txBox="1">
            <a:spLocks noGrp="1"/>
          </p:cNvSpPr>
          <p:nvPr>
            <p:ph type="subTitle" idx="6"/>
          </p:nvPr>
        </p:nvSpPr>
        <p:spPr>
          <a:xfrm>
            <a:off x="3505113" y="2005475"/>
            <a:ext cx="1000200" cy="172200"/>
          </a:xfrm>
          <a:prstGeom prst="rect">
            <a:avLst/>
          </a:prstGeom>
        </p:spPr>
        <p:txBody>
          <a:bodyPr spcFirstLastPara="1" wrap="square" lIns="0" tIns="0" rIns="0" bIns="0" anchor="ctr" anchorCtr="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a:endParaRPr/>
          </a:p>
        </p:txBody>
      </p:sp>
      <p:sp>
        <p:nvSpPr>
          <p:cNvPr id="216" name="Google Shape;216;p19"/>
          <p:cNvSpPr txBox="1">
            <a:spLocks noGrp="1"/>
          </p:cNvSpPr>
          <p:nvPr>
            <p:ph type="subTitle" idx="7"/>
          </p:nvPr>
        </p:nvSpPr>
        <p:spPr>
          <a:xfrm>
            <a:off x="4638638" y="2005475"/>
            <a:ext cx="1000200" cy="172200"/>
          </a:xfrm>
          <a:prstGeom prst="rect">
            <a:avLst/>
          </a:prstGeom>
        </p:spPr>
        <p:txBody>
          <a:bodyPr spcFirstLastPara="1" wrap="square" lIns="0" tIns="0" rIns="0" bIns="0" anchor="ctr" anchorCtr="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a:endParaRPr/>
          </a:p>
        </p:txBody>
      </p:sp>
      <p:sp>
        <p:nvSpPr>
          <p:cNvPr id="217" name="Google Shape;217;p19"/>
          <p:cNvSpPr txBox="1">
            <a:spLocks noGrp="1"/>
          </p:cNvSpPr>
          <p:nvPr>
            <p:ph type="subTitle" idx="8"/>
          </p:nvPr>
        </p:nvSpPr>
        <p:spPr>
          <a:xfrm>
            <a:off x="3505525" y="2965825"/>
            <a:ext cx="1000200" cy="172200"/>
          </a:xfrm>
          <a:prstGeom prst="rect">
            <a:avLst/>
          </a:prstGeom>
        </p:spPr>
        <p:txBody>
          <a:bodyPr spcFirstLastPara="1" wrap="square" lIns="0" tIns="0" rIns="0" bIns="0" anchor="ctr" anchorCtr="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a:endParaRPr/>
          </a:p>
        </p:txBody>
      </p:sp>
      <p:sp>
        <p:nvSpPr>
          <p:cNvPr id="218" name="Google Shape;218;p19"/>
          <p:cNvSpPr txBox="1">
            <a:spLocks noGrp="1"/>
          </p:cNvSpPr>
          <p:nvPr>
            <p:ph type="subTitle" idx="9"/>
          </p:nvPr>
        </p:nvSpPr>
        <p:spPr>
          <a:xfrm>
            <a:off x="4639050" y="2965825"/>
            <a:ext cx="1000200" cy="172200"/>
          </a:xfrm>
          <a:prstGeom prst="rect">
            <a:avLst/>
          </a:prstGeom>
        </p:spPr>
        <p:txBody>
          <a:bodyPr spcFirstLastPara="1" wrap="square" lIns="0" tIns="0" rIns="0" bIns="0" anchor="ctr" anchorCtr="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a:endParaRPr/>
          </a:p>
        </p:txBody>
      </p:sp>
      <p:sp>
        <p:nvSpPr>
          <p:cNvPr id="219" name="Google Shape;219;p19"/>
          <p:cNvSpPr txBox="1">
            <a:spLocks noGrp="1"/>
          </p:cNvSpPr>
          <p:nvPr>
            <p:ph type="subTitle" idx="13"/>
          </p:nvPr>
        </p:nvSpPr>
        <p:spPr>
          <a:xfrm>
            <a:off x="4319044" y="2485650"/>
            <a:ext cx="506700" cy="172200"/>
          </a:xfrm>
          <a:prstGeom prst="rect">
            <a:avLst/>
          </a:prstGeom>
        </p:spPr>
        <p:txBody>
          <a:bodyPr spcFirstLastPara="1" wrap="square" lIns="0" tIns="0" rIns="0" bIns="0" anchor="ctr" anchorCtr="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a:endParaRPr/>
          </a:p>
        </p:txBody>
      </p:sp>
      <p:sp>
        <p:nvSpPr>
          <p:cNvPr id="220" name="Google Shape;220;p19"/>
          <p:cNvSpPr txBox="1">
            <a:spLocks noGrp="1"/>
          </p:cNvSpPr>
          <p:nvPr>
            <p:ph type="title" idx="14"/>
          </p:nvPr>
        </p:nvSpPr>
        <p:spPr>
          <a:xfrm>
            <a:off x="228600" y="457200"/>
            <a:ext cx="4160400" cy="464700"/>
          </a:xfrm>
          <a:prstGeom prst="rect">
            <a:avLst/>
          </a:prstGeom>
        </p:spPr>
        <p:txBody>
          <a:bodyPr spcFirstLastPara="1" wrap="square" lIns="0" tIns="0" rIns="0" bIns="0" anchor="t" anchorCtr="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oadmap - Alt 1">
  <p:cSld name="CUSTOM_8_1_1_1_1_1_1_1_1_1_1_1_1_1_1_1_1_1_1_1_1_1_1_1_1_1_1_1_1_1_1_1">
    <p:spTree>
      <p:nvGrpSpPr>
        <p:cNvPr id="1" name="Shape 221"/>
        <p:cNvGrpSpPr/>
        <p:nvPr/>
      </p:nvGrpSpPr>
      <p:grpSpPr>
        <a:xfrm>
          <a:off x="0" y="0"/>
          <a:ext cx="0" cy="0"/>
          <a:chOff x="0" y="0"/>
          <a:chExt cx="0" cy="0"/>
        </a:xfrm>
      </p:grpSpPr>
      <p:sp>
        <p:nvSpPr>
          <p:cNvPr id="222" name="Google Shape;222;p20"/>
          <p:cNvSpPr/>
          <p:nvPr/>
        </p:nvSpPr>
        <p:spPr>
          <a:xfrm rot="5400000" flipH="1">
            <a:off x="6563025" y="657900"/>
            <a:ext cx="1358100" cy="3792600"/>
          </a:xfrm>
          <a:prstGeom prst="rect">
            <a:avLst/>
          </a:prstGeom>
          <a:gradFill>
            <a:gsLst>
              <a:gs pos="0">
                <a:schemeClr val="accent4"/>
              </a:gs>
              <a:gs pos="100000">
                <a:schemeClr val="lt2"/>
              </a:gs>
            </a:gsLst>
            <a:lin ang="1350003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Jost"/>
              <a:ea typeface="Jost"/>
              <a:cs typeface="Jost"/>
              <a:sym typeface="Jost"/>
            </a:endParaRPr>
          </a:p>
        </p:txBody>
      </p:sp>
      <p:sp>
        <p:nvSpPr>
          <p:cNvPr id="223" name="Google Shape;223;p20"/>
          <p:cNvSpPr/>
          <p:nvPr/>
        </p:nvSpPr>
        <p:spPr>
          <a:xfrm rot="5400000">
            <a:off x="580600" y="1292250"/>
            <a:ext cx="1358100" cy="2523900"/>
          </a:xfrm>
          <a:prstGeom prst="rect">
            <a:avLst/>
          </a:prstGeom>
          <a:gradFill>
            <a:gsLst>
              <a:gs pos="0">
                <a:schemeClr val="accent6"/>
              </a:gs>
              <a:gs pos="100000">
                <a:schemeClr val="lt2"/>
              </a:gs>
            </a:gsLst>
            <a:lin ang="16200038"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Jost"/>
              <a:ea typeface="Jost"/>
              <a:cs typeface="Jost"/>
              <a:sym typeface="Jost"/>
            </a:endParaRPr>
          </a:p>
        </p:txBody>
      </p:sp>
      <p:pic>
        <p:nvPicPr>
          <p:cNvPr id="224" name="Google Shape;224;p20" descr="A landscape shot of a marshland at dusk. "/>
          <p:cNvPicPr preferRelativeResize="0"/>
          <p:nvPr/>
        </p:nvPicPr>
        <p:blipFill rotWithShape="1">
          <a:blip r:embed="rId2">
            <a:alphaModFix/>
          </a:blip>
          <a:srcRect t="14414" b="14407"/>
          <a:stretch/>
        </p:blipFill>
        <p:spPr>
          <a:xfrm>
            <a:off x="2517525" y="1875150"/>
            <a:ext cx="2822973" cy="1350004"/>
          </a:xfrm>
          <a:prstGeom prst="rect">
            <a:avLst/>
          </a:prstGeom>
          <a:noFill/>
          <a:ln>
            <a:noFill/>
          </a:ln>
        </p:spPr>
      </p:pic>
      <p:sp>
        <p:nvSpPr>
          <p:cNvPr id="225" name="Google Shape;225;p20"/>
          <p:cNvSpPr txBox="1">
            <a:spLocks noGrp="1"/>
          </p:cNvSpPr>
          <p:nvPr>
            <p:ph type="body" idx="1"/>
          </p:nvPr>
        </p:nvSpPr>
        <p:spPr>
          <a:xfrm>
            <a:off x="3272950" y="2558125"/>
            <a:ext cx="1149900" cy="504900"/>
          </a:xfrm>
          <a:prstGeom prst="rect">
            <a:avLst/>
          </a:prstGeom>
        </p:spPr>
        <p:txBody>
          <a:bodyPr spcFirstLastPara="1" wrap="square" lIns="0" tIns="0" rIns="0" bIns="0" anchor="t" anchorCtr="0">
            <a:spAutoFit/>
          </a:bodyPr>
          <a:lstStyle>
            <a:lvl1pPr marL="457200" lvl="0" indent="-292100">
              <a:spcBef>
                <a:spcPts val="0"/>
              </a:spcBef>
              <a:spcAft>
                <a:spcPts val="0"/>
              </a:spcAft>
              <a:buClr>
                <a:schemeClr val="dk1"/>
              </a:buClr>
              <a:buSzPts val="1000"/>
              <a:buFont typeface="Jost"/>
              <a:buChar char="●"/>
              <a:defRPr sz="1000"/>
            </a:lvl1pPr>
            <a:lvl2pPr marL="914400" lvl="1" indent="-292100">
              <a:spcBef>
                <a:spcPts val="0"/>
              </a:spcBef>
              <a:spcAft>
                <a:spcPts val="0"/>
              </a:spcAft>
              <a:buClr>
                <a:schemeClr val="dk1"/>
              </a:buClr>
              <a:buSzPts val="1000"/>
              <a:buFont typeface="Jost"/>
              <a:buChar char="○"/>
              <a:defRPr sz="1000"/>
            </a:lvl2pPr>
            <a:lvl3pPr marL="1371600" lvl="2" indent="-292100">
              <a:spcBef>
                <a:spcPts val="0"/>
              </a:spcBef>
              <a:spcAft>
                <a:spcPts val="0"/>
              </a:spcAft>
              <a:buClr>
                <a:schemeClr val="dk1"/>
              </a:buClr>
              <a:buSzPts val="1000"/>
              <a:buFont typeface="Jost"/>
              <a:buChar char="■"/>
              <a:defRPr sz="1000"/>
            </a:lvl3pPr>
            <a:lvl4pPr marL="1828800" lvl="3" indent="-292100">
              <a:spcBef>
                <a:spcPts val="0"/>
              </a:spcBef>
              <a:spcAft>
                <a:spcPts val="0"/>
              </a:spcAft>
              <a:buClr>
                <a:schemeClr val="dk1"/>
              </a:buClr>
              <a:buSzPts val="1000"/>
              <a:buFont typeface="Jost"/>
              <a:buChar char="●"/>
              <a:defRPr sz="1000"/>
            </a:lvl4pPr>
            <a:lvl5pPr marL="2286000" lvl="4" indent="-292100">
              <a:spcBef>
                <a:spcPts val="0"/>
              </a:spcBef>
              <a:spcAft>
                <a:spcPts val="0"/>
              </a:spcAft>
              <a:buClr>
                <a:schemeClr val="dk1"/>
              </a:buClr>
              <a:buSzPts val="1000"/>
              <a:buFont typeface="Jost"/>
              <a:buChar char="○"/>
              <a:defRPr sz="1000"/>
            </a:lvl5pPr>
            <a:lvl6pPr marL="2743200" lvl="5" indent="-292100">
              <a:spcBef>
                <a:spcPts val="0"/>
              </a:spcBef>
              <a:spcAft>
                <a:spcPts val="0"/>
              </a:spcAft>
              <a:buClr>
                <a:schemeClr val="dk1"/>
              </a:buClr>
              <a:buSzPts val="1000"/>
              <a:buFont typeface="Jost"/>
              <a:buChar char="■"/>
              <a:defRPr sz="1000"/>
            </a:lvl6pPr>
            <a:lvl7pPr marL="3200400" lvl="6" indent="-292100">
              <a:spcBef>
                <a:spcPts val="0"/>
              </a:spcBef>
              <a:spcAft>
                <a:spcPts val="0"/>
              </a:spcAft>
              <a:buClr>
                <a:schemeClr val="dk1"/>
              </a:buClr>
              <a:buSzPts val="1000"/>
              <a:buFont typeface="Jost"/>
              <a:buChar char="●"/>
              <a:defRPr sz="1000"/>
            </a:lvl7pPr>
            <a:lvl8pPr marL="3657600" lvl="7" indent="-292100">
              <a:spcBef>
                <a:spcPts val="0"/>
              </a:spcBef>
              <a:spcAft>
                <a:spcPts val="0"/>
              </a:spcAft>
              <a:buClr>
                <a:schemeClr val="dk1"/>
              </a:buClr>
              <a:buSzPts val="1000"/>
              <a:buFont typeface="Jost"/>
              <a:buChar char="○"/>
              <a:defRPr sz="1000"/>
            </a:lvl8pPr>
            <a:lvl9pPr marL="4114800" lvl="8" indent="-292100">
              <a:spcBef>
                <a:spcPts val="0"/>
              </a:spcBef>
              <a:spcAft>
                <a:spcPts val="0"/>
              </a:spcAft>
              <a:buClr>
                <a:schemeClr val="dk1"/>
              </a:buClr>
              <a:buSzPts val="1000"/>
              <a:buFont typeface="Jost"/>
              <a:buChar char="■"/>
              <a:defRPr sz="1000"/>
            </a:lvl9pPr>
          </a:lstStyle>
          <a:p>
            <a:endParaRPr/>
          </a:p>
        </p:txBody>
      </p:sp>
      <p:sp>
        <p:nvSpPr>
          <p:cNvPr id="226" name="Google Shape;226;p20"/>
          <p:cNvSpPr txBox="1">
            <a:spLocks noGrp="1"/>
          </p:cNvSpPr>
          <p:nvPr>
            <p:ph type="body" idx="2"/>
          </p:nvPr>
        </p:nvSpPr>
        <p:spPr>
          <a:xfrm>
            <a:off x="1806550" y="2558125"/>
            <a:ext cx="1149900" cy="504900"/>
          </a:xfrm>
          <a:prstGeom prst="rect">
            <a:avLst/>
          </a:prstGeom>
        </p:spPr>
        <p:txBody>
          <a:bodyPr spcFirstLastPara="1" wrap="square" lIns="0" tIns="0" rIns="0" bIns="0" anchor="t" anchorCtr="0">
            <a:spAutoFit/>
          </a:bodyPr>
          <a:lstStyle>
            <a:lvl1pPr marL="457200" lvl="0" indent="-292100">
              <a:spcBef>
                <a:spcPts val="0"/>
              </a:spcBef>
              <a:spcAft>
                <a:spcPts val="0"/>
              </a:spcAft>
              <a:buClr>
                <a:schemeClr val="dk1"/>
              </a:buClr>
              <a:buSzPts val="1000"/>
              <a:buFont typeface="Jost"/>
              <a:buChar char="●"/>
              <a:defRPr sz="1000"/>
            </a:lvl1pPr>
            <a:lvl2pPr marL="914400" lvl="1" indent="-292100">
              <a:spcBef>
                <a:spcPts val="0"/>
              </a:spcBef>
              <a:spcAft>
                <a:spcPts val="0"/>
              </a:spcAft>
              <a:buClr>
                <a:schemeClr val="dk1"/>
              </a:buClr>
              <a:buSzPts val="1000"/>
              <a:buFont typeface="Jost"/>
              <a:buChar char="○"/>
              <a:defRPr sz="1000"/>
            </a:lvl2pPr>
            <a:lvl3pPr marL="1371600" lvl="2" indent="-292100">
              <a:spcBef>
                <a:spcPts val="0"/>
              </a:spcBef>
              <a:spcAft>
                <a:spcPts val="0"/>
              </a:spcAft>
              <a:buClr>
                <a:schemeClr val="dk1"/>
              </a:buClr>
              <a:buSzPts val="1000"/>
              <a:buFont typeface="Jost"/>
              <a:buChar char="■"/>
              <a:defRPr sz="1000"/>
            </a:lvl3pPr>
            <a:lvl4pPr marL="1828800" lvl="3" indent="-292100">
              <a:spcBef>
                <a:spcPts val="0"/>
              </a:spcBef>
              <a:spcAft>
                <a:spcPts val="0"/>
              </a:spcAft>
              <a:buClr>
                <a:schemeClr val="dk1"/>
              </a:buClr>
              <a:buSzPts val="1000"/>
              <a:buFont typeface="Jost"/>
              <a:buChar char="●"/>
              <a:defRPr sz="1000"/>
            </a:lvl4pPr>
            <a:lvl5pPr marL="2286000" lvl="4" indent="-292100">
              <a:spcBef>
                <a:spcPts val="0"/>
              </a:spcBef>
              <a:spcAft>
                <a:spcPts val="0"/>
              </a:spcAft>
              <a:buClr>
                <a:schemeClr val="dk1"/>
              </a:buClr>
              <a:buSzPts val="1000"/>
              <a:buFont typeface="Jost"/>
              <a:buChar char="○"/>
              <a:defRPr sz="1000"/>
            </a:lvl5pPr>
            <a:lvl6pPr marL="2743200" lvl="5" indent="-292100">
              <a:spcBef>
                <a:spcPts val="0"/>
              </a:spcBef>
              <a:spcAft>
                <a:spcPts val="0"/>
              </a:spcAft>
              <a:buClr>
                <a:schemeClr val="dk1"/>
              </a:buClr>
              <a:buSzPts val="1000"/>
              <a:buFont typeface="Jost"/>
              <a:buChar char="■"/>
              <a:defRPr sz="1000"/>
            </a:lvl6pPr>
            <a:lvl7pPr marL="3200400" lvl="6" indent="-292100">
              <a:spcBef>
                <a:spcPts val="0"/>
              </a:spcBef>
              <a:spcAft>
                <a:spcPts val="0"/>
              </a:spcAft>
              <a:buClr>
                <a:schemeClr val="dk1"/>
              </a:buClr>
              <a:buSzPts val="1000"/>
              <a:buFont typeface="Jost"/>
              <a:buChar char="●"/>
              <a:defRPr sz="1000"/>
            </a:lvl7pPr>
            <a:lvl8pPr marL="3657600" lvl="7" indent="-292100">
              <a:spcBef>
                <a:spcPts val="0"/>
              </a:spcBef>
              <a:spcAft>
                <a:spcPts val="0"/>
              </a:spcAft>
              <a:buClr>
                <a:schemeClr val="dk1"/>
              </a:buClr>
              <a:buSzPts val="1000"/>
              <a:buFont typeface="Jost"/>
              <a:buChar char="○"/>
              <a:defRPr sz="1000"/>
            </a:lvl8pPr>
            <a:lvl9pPr marL="4114800" lvl="8" indent="-292100">
              <a:spcBef>
                <a:spcPts val="0"/>
              </a:spcBef>
              <a:spcAft>
                <a:spcPts val="0"/>
              </a:spcAft>
              <a:buClr>
                <a:schemeClr val="dk1"/>
              </a:buClr>
              <a:buSzPts val="1000"/>
              <a:buFont typeface="Jost"/>
              <a:buChar char="■"/>
              <a:defRPr sz="1000"/>
            </a:lvl9pPr>
          </a:lstStyle>
          <a:p>
            <a:endParaRPr/>
          </a:p>
        </p:txBody>
      </p:sp>
      <p:sp>
        <p:nvSpPr>
          <p:cNvPr id="227" name="Google Shape;227;p20"/>
          <p:cNvSpPr txBox="1">
            <a:spLocks noGrp="1"/>
          </p:cNvSpPr>
          <p:nvPr>
            <p:ph type="body" idx="3"/>
          </p:nvPr>
        </p:nvSpPr>
        <p:spPr>
          <a:xfrm>
            <a:off x="335425" y="1201925"/>
            <a:ext cx="1149900" cy="502800"/>
          </a:xfrm>
          <a:prstGeom prst="rect">
            <a:avLst/>
          </a:prstGeom>
        </p:spPr>
        <p:txBody>
          <a:bodyPr spcFirstLastPara="1" wrap="square" lIns="0" tIns="0" rIns="0" bIns="0" anchor="t" anchorCtr="0">
            <a:spAutoFit/>
          </a:bodyPr>
          <a:lstStyle>
            <a:lvl1pPr marL="457200" lvl="0" indent="-292100">
              <a:spcBef>
                <a:spcPts val="0"/>
              </a:spcBef>
              <a:spcAft>
                <a:spcPts val="0"/>
              </a:spcAft>
              <a:buClr>
                <a:schemeClr val="dk1"/>
              </a:buClr>
              <a:buSzPts val="1000"/>
              <a:buFont typeface="Jost"/>
              <a:buChar char="●"/>
              <a:defRPr sz="1000"/>
            </a:lvl1pPr>
            <a:lvl2pPr marL="914400" lvl="1" indent="-292100">
              <a:spcBef>
                <a:spcPts val="0"/>
              </a:spcBef>
              <a:spcAft>
                <a:spcPts val="0"/>
              </a:spcAft>
              <a:buClr>
                <a:schemeClr val="dk1"/>
              </a:buClr>
              <a:buSzPts val="1000"/>
              <a:buFont typeface="Jost"/>
              <a:buChar char="○"/>
              <a:defRPr sz="1000"/>
            </a:lvl2pPr>
            <a:lvl3pPr marL="1371600" lvl="2" indent="-292100">
              <a:spcBef>
                <a:spcPts val="0"/>
              </a:spcBef>
              <a:spcAft>
                <a:spcPts val="0"/>
              </a:spcAft>
              <a:buClr>
                <a:schemeClr val="dk1"/>
              </a:buClr>
              <a:buSzPts val="1000"/>
              <a:buFont typeface="Jost"/>
              <a:buChar char="■"/>
              <a:defRPr sz="1000"/>
            </a:lvl3pPr>
            <a:lvl4pPr marL="1828800" lvl="3" indent="-292100">
              <a:spcBef>
                <a:spcPts val="0"/>
              </a:spcBef>
              <a:spcAft>
                <a:spcPts val="0"/>
              </a:spcAft>
              <a:buClr>
                <a:schemeClr val="dk1"/>
              </a:buClr>
              <a:buSzPts val="1000"/>
              <a:buFont typeface="Jost"/>
              <a:buChar char="●"/>
              <a:defRPr sz="1000"/>
            </a:lvl4pPr>
            <a:lvl5pPr marL="2286000" lvl="4" indent="-292100">
              <a:spcBef>
                <a:spcPts val="0"/>
              </a:spcBef>
              <a:spcAft>
                <a:spcPts val="0"/>
              </a:spcAft>
              <a:buClr>
                <a:schemeClr val="dk1"/>
              </a:buClr>
              <a:buSzPts val="1000"/>
              <a:buFont typeface="Jost"/>
              <a:buChar char="○"/>
              <a:defRPr sz="1000"/>
            </a:lvl5pPr>
            <a:lvl6pPr marL="2743200" lvl="5" indent="-292100">
              <a:spcBef>
                <a:spcPts val="0"/>
              </a:spcBef>
              <a:spcAft>
                <a:spcPts val="0"/>
              </a:spcAft>
              <a:buClr>
                <a:schemeClr val="dk1"/>
              </a:buClr>
              <a:buSzPts val="1000"/>
              <a:buFont typeface="Jost"/>
              <a:buChar char="■"/>
              <a:defRPr sz="1000"/>
            </a:lvl6pPr>
            <a:lvl7pPr marL="3200400" lvl="6" indent="-292100">
              <a:spcBef>
                <a:spcPts val="0"/>
              </a:spcBef>
              <a:spcAft>
                <a:spcPts val="0"/>
              </a:spcAft>
              <a:buClr>
                <a:schemeClr val="dk1"/>
              </a:buClr>
              <a:buSzPts val="1000"/>
              <a:buFont typeface="Jost"/>
              <a:buChar char="●"/>
              <a:defRPr sz="1000"/>
            </a:lvl7pPr>
            <a:lvl8pPr marL="3657600" lvl="7" indent="-292100">
              <a:spcBef>
                <a:spcPts val="0"/>
              </a:spcBef>
              <a:spcAft>
                <a:spcPts val="0"/>
              </a:spcAft>
              <a:buClr>
                <a:schemeClr val="dk1"/>
              </a:buClr>
              <a:buSzPts val="1000"/>
              <a:buFont typeface="Jost"/>
              <a:buChar char="○"/>
              <a:defRPr sz="1000"/>
            </a:lvl8pPr>
            <a:lvl9pPr marL="4114800" lvl="8" indent="-292100">
              <a:spcBef>
                <a:spcPts val="0"/>
              </a:spcBef>
              <a:spcAft>
                <a:spcPts val="0"/>
              </a:spcAft>
              <a:buClr>
                <a:schemeClr val="dk1"/>
              </a:buClr>
              <a:buSzPts val="1000"/>
              <a:buFont typeface="Jost"/>
              <a:buChar char="■"/>
              <a:defRPr sz="1000"/>
            </a:lvl9pPr>
          </a:lstStyle>
          <a:p>
            <a:endParaRPr/>
          </a:p>
        </p:txBody>
      </p:sp>
      <p:sp>
        <p:nvSpPr>
          <p:cNvPr id="228" name="Google Shape;228;p20"/>
          <p:cNvSpPr txBox="1">
            <a:spLocks noGrp="1"/>
          </p:cNvSpPr>
          <p:nvPr>
            <p:ph type="body" idx="4"/>
          </p:nvPr>
        </p:nvSpPr>
        <p:spPr>
          <a:xfrm>
            <a:off x="4721725" y="1229725"/>
            <a:ext cx="1149900" cy="504900"/>
          </a:xfrm>
          <a:prstGeom prst="rect">
            <a:avLst/>
          </a:prstGeom>
        </p:spPr>
        <p:txBody>
          <a:bodyPr spcFirstLastPara="1" wrap="square" lIns="0" tIns="0" rIns="0" bIns="0" anchor="t" anchorCtr="0">
            <a:spAutoFit/>
          </a:bodyPr>
          <a:lstStyle>
            <a:lvl1pPr marL="457200" lvl="0" indent="-292100">
              <a:spcBef>
                <a:spcPts val="0"/>
              </a:spcBef>
              <a:spcAft>
                <a:spcPts val="0"/>
              </a:spcAft>
              <a:buClr>
                <a:schemeClr val="dk1"/>
              </a:buClr>
              <a:buSzPts val="1000"/>
              <a:buFont typeface="Jost"/>
              <a:buChar char="●"/>
              <a:defRPr sz="1000"/>
            </a:lvl1pPr>
            <a:lvl2pPr marL="914400" lvl="1" indent="-292100">
              <a:spcBef>
                <a:spcPts val="0"/>
              </a:spcBef>
              <a:spcAft>
                <a:spcPts val="0"/>
              </a:spcAft>
              <a:buClr>
                <a:schemeClr val="dk1"/>
              </a:buClr>
              <a:buSzPts val="1000"/>
              <a:buFont typeface="Jost"/>
              <a:buChar char="○"/>
              <a:defRPr sz="1000"/>
            </a:lvl2pPr>
            <a:lvl3pPr marL="1371600" lvl="2" indent="-292100">
              <a:spcBef>
                <a:spcPts val="0"/>
              </a:spcBef>
              <a:spcAft>
                <a:spcPts val="0"/>
              </a:spcAft>
              <a:buClr>
                <a:schemeClr val="dk1"/>
              </a:buClr>
              <a:buSzPts val="1000"/>
              <a:buFont typeface="Jost"/>
              <a:buChar char="■"/>
              <a:defRPr sz="1000"/>
            </a:lvl3pPr>
            <a:lvl4pPr marL="1828800" lvl="3" indent="-292100">
              <a:spcBef>
                <a:spcPts val="0"/>
              </a:spcBef>
              <a:spcAft>
                <a:spcPts val="0"/>
              </a:spcAft>
              <a:buClr>
                <a:schemeClr val="dk1"/>
              </a:buClr>
              <a:buSzPts val="1000"/>
              <a:buFont typeface="Jost"/>
              <a:buChar char="●"/>
              <a:defRPr sz="1000"/>
            </a:lvl4pPr>
            <a:lvl5pPr marL="2286000" lvl="4" indent="-292100">
              <a:spcBef>
                <a:spcPts val="0"/>
              </a:spcBef>
              <a:spcAft>
                <a:spcPts val="0"/>
              </a:spcAft>
              <a:buClr>
                <a:schemeClr val="dk1"/>
              </a:buClr>
              <a:buSzPts val="1000"/>
              <a:buFont typeface="Jost"/>
              <a:buChar char="○"/>
              <a:defRPr sz="1000"/>
            </a:lvl5pPr>
            <a:lvl6pPr marL="2743200" lvl="5" indent="-292100">
              <a:spcBef>
                <a:spcPts val="0"/>
              </a:spcBef>
              <a:spcAft>
                <a:spcPts val="0"/>
              </a:spcAft>
              <a:buClr>
                <a:schemeClr val="dk1"/>
              </a:buClr>
              <a:buSzPts val="1000"/>
              <a:buFont typeface="Jost"/>
              <a:buChar char="■"/>
              <a:defRPr sz="1000"/>
            </a:lvl6pPr>
            <a:lvl7pPr marL="3200400" lvl="6" indent="-292100">
              <a:spcBef>
                <a:spcPts val="0"/>
              </a:spcBef>
              <a:spcAft>
                <a:spcPts val="0"/>
              </a:spcAft>
              <a:buClr>
                <a:schemeClr val="dk1"/>
              </a:buClr>
              <a:buSzPts val="1000"/>
              <a:buFont typeface="Jost"/>
              <a:buChar char="●"/>
              <a:defRPr sz="1000"/>
            </a:lvl7pPr>
            <a:lvl8pPr marL="3657600" lvl="7" indent="-292100">
              <a:spcBef>
                <a:spcPts val="0"/>
              </a:spcBef>
              <a:spcAft>
                <a:spcPts val="0"/>
              </a:spcAft>
              <a:buClr>
                <a:schemeClr val="dk1"/>
              </a:buClr>
              <a:buSzPts val="1000"/>
              <a:buFont typeface="Jost"/>
              <a:buChar char="○"/>
              <a:defRPr sz="1000"/>
            </a:lvl8pPr>
            <a:lvl9pPr marL="4114800" lvl="8" indent="-292100">
              <a:spcBef>
                <a:spcPts val="0"/>
              </a:spcBef>
              <a:spcAft>
                <a:spcPts val="0"/>
              </a:spcAft>
              <a:buClr>
                <a:schemeClr val="dk1"/>
              </a:buClr>
              <a:buSzPts val="1000"/>
              <a:buFont typeface="Jost"/>
              <a:buChar char="■"/>
              <a:defRPr sz="1000"/>
            </a:lvl9pPr>
          </a:lstStyle>
          <a:p>
            <a:endParaRPr/>
          </a:p>
        </p:txBody>
      </p:sp>
      <p:sp>
        <p:nvSpPr>
          <p:cNvPr id="229" name="Google Shape;229;p20"/>
          <p:cNvSpPr txBox="1">
            <a:spLocks noGrp="1"/>
          </p:cNvSpPr>
          <p:nvPr>
            <p:ph type="body" idx="5"/>
          </p:nvPr>
        </p:nvSpPr>
        <p:spPr>
          <a:xfrm>
            <a:off x="6193925" y="2623525"/>
            <a:ext cx="1149900" cy="504900"/>
          </a:xfrm>
          <a:prstGeom prst="rect">
            <a:avLst/>
          </a:prstGeom>
        </p:spPr>
        <p:txBody>
          <a:bodyPr spcFirstLastPara="1" wrap="square" lIns="0" tIns="0" rIns="0" bIns="0" anchor="t" anchorCtr="0">
            <a:spAutoFit/>
          </a:bodyPr>
          <a:lstStyle>
            <a:lvl1pPr marL="457200" lvl="0" indent="-292100">
              <a:spcBef>
                <a:spcPts val="0"/>
              </a:spcBef>
              <a:spcAft>
                <a:spcPts val="0"/>
              </a:spcAft>
              <a:buClr>
                <a:schemeClr val="dk1"/>
              </a:buClr>
              <a:buSzPts val="1000"/>
              <a:buFont typeface="Jost"/>
              <a:buChar char="●"/>
              <a:defRPr sz="1000"/>
            </a:lvl1pPr>
            <a:lvl2pPr marL="914400" lvl="1" indent="-292100">
              <a:spcBef>
                <a:spcPts val="0"/>
              </a:spcBef>
              <a:spcAft>
                <a:spcPts val="0"/>
              </a:spcAft>
              <a:buClr>
                <a:schemeClr val="dk1"/>
              </a:buClr>
              <a:buSzPts val="1000"/>
              <a:buFont typeface="Jost"/>
              <a:buChar char="○"/>
              <a:defRPr sz="1000"/>
            </a:lvl2pPr>
            <a:lvl3pPr marL="1371600" lvl="2" indent="-292100">
              <a:spcBef>
                <a:spcPts val="0"/>
              </a:spcBef>
              <a:spcAft>
                <a:spcPts val="0"/>
              </a:spcAft>
              <a:buClr>
                <a:schemeClr val="dk1"/>
              </a:buClr>
              <a:buSzPts val="1000"/>
              <a:buFont typeface="Jost"/>
              <a:buChar char="■"/>
              <a:defRPr sz="1000"/>
            </a:lvl3pPr>
            <a:lvl4pPr marL="1828800" lvl="3" indent="-292100">
              <a:spcBef>
                <a:spcPts val="0"/>
              </a:spcBef>
              <a:spcAft>
                <a:spcPts val="0"/>
              </a:spcAft>
              <a:buClr>
                <a:schemeClr val="dk1"/>
              </a:buClr>
              <a:buSzPts val="1000"/>
              <a:buFont typeface="Jost"/>
              <a:buChar char="●"/>
              <a:defRPr sz="1000"/>
            </a:lvl4pPr>
            <a:lvl5pPr marL="2286000" lvl="4" indent="-292100">
              <a:spcBef>
                <a:spcPts val="0"/>
              </a:spcBef>
              <a:spcAft>
                <a:spcPts val="0"/>
              </a:spcAft>
              <a:buClr>
                <a:schemeClr val="dk1"/>
              </a:buClr>
              <a:buSzPts val="1000"/>
              <a:buFont typeface="Jost"/>
              <a:buChar char="○"/>
              <a:defRPr sz="1000"/>
            </a:lvl5pPr>
            <a:lvl6pPr marL="2743200" lvl="5" indent="-292100">
              <a:spcBef>
                <a:spcPts val="0"/>
              </a:spcBef>
              <a:spcAft>
                <a:spcPts val="0"/>
              </a:spcAft>
              <a:buClr>
                <a:schemeClr val="dk1"/>
              </a:buClr>
              <a:buSzPts val="1000"/>
              <a:buFont typeface="Jost"/>
              <a:buChar char="■"/>
              <a:defRPr sz="1000"/>
            </a:lvl6pPr>
            <a:lvl7pPr marL="3200400" lvl="6" indent="-292100">
              <a:spcBef>
                <a:spcPts val="0"/>
              </a:spcBef>
              <a:spcAft>
                <a:spcPts val="0"/>
              </a:spcAft>
              <a:buClr>
                <a:schemeClr val="dk1"/>
              </a:buClr>
              <a:buSzPts val="1000"/>
              <a:buFont typeface="Jost"/>
              <a:buChar char="●"/>
              <a:defRPr sz="1000"/>
            </a:lvl7pPr>
            <a:lvl8pPr marL="3657600" lvl="7" indent="-292100">
              <a:spcBef>
                <a:spcPts val="0"/>
              </a:spcBef>
              <a:spcAft>
                <a:spcPts val="0"/>
              </a:spcAft>
              <a:buClr>
                <a:schemeClr val="dk1"/>
              </a:buClr>
              <a:buSzPts val="1000"/>
              <a:buFont typeface="Jost"/>
              <a:buChar char="○"/>
              <a:defRPr sz="1000"/>
            </a:lvl8pPr>
            <a:lvl9pPr marL="4114800" lvl="8" indent="-292100">
              <a:spcBef>
                <a:spcPts val="0"/>
              </a:spcBef>
              <a:spcAft>
                <a:spcPts val="0"/>
              </a:spcAft>
              <a:buClr>
                <a:schemeClr val="dk1"/>
              </a:buClr>
              <a:buSzPts val="1000"/>
              <a:buFont typeface="Jost"/>
              <a:buChar char="■"/>
              <a:defRPr sz="1000"/>
            </a:lvl9pPr>
          </a:lstStyle>
          <a:p>
            <a:endParaRPr/>
          </a:p>
        </p:txBody>
      </p:sp>
      <p:sp>
        <p:nvSpPr>
          <p:cNvPr id="230" name="Google Shape;230;p20"/>
          <p:cNvSpPr txBox="1">
            <a:spLocks noGrp="1"/>
          </p:cNvSpPr>
          <p:nvPr>
            <p:ph type="subTitle" idx="6"/>
          </p:nvPr>
        </p:nvSpPr>
        <p:spPr>
          <a:xfrm>
            <a:off x="3273038" y="3269975"/>
            <a:ext cx="1149900" cy="431700"/>
          </a:xfrm>
          <a:prstGeom prst="rect">
            <a:avLst/>
          </a:prstGeom>
        </p:spPr>
        <p:txBody>
          <a:bodyPr spcFirstLastPara="1" wrap="square" lIns="0" tIns="0" rIns="0" bIns="0" anchor="b" anchorCtr="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a:endParaRPr/>
          </a:p>
        </p:txBody>
      </p:sp>
      <p:sp>
        <p:nvSpPr>
          <p:cNvPr id="231" name="Google Shape;231;p20"/>
          <p:cNvSpPr txBox="1">
            <a:spLocks noGrp="1"/>
          </p:cNvSpPr>
          <p:nvPr>
            <p:ph type="subTitle" idx="7"/>
          </p:nvPr>
        </p:nvSpPr>
        <p:spPr>
          <a:xfrm>
            <a:off x="1806638" y="3269975"/>
            <a:ext cx="1149900" cy="431700"/>
          </a:xfrm>
          <a:prstGeom prst="rect">
            <a:avLst/>
          </a:prstGeom>
        </p:spPr>
        <p:txBody>
          <a:bodyPr spcFirstLastPara="1" wrap="square" lIns="0" tIns="0" rIns="0" bIns="0" anchor="b" anchorCtr="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a:endParaRPr/>
          </a:p>
        </p:txBody>
      </p:sp>
      <p:sp>
        <p:nvSpPr>
          <p:cNvPr id="232" name="Google Shape;232;p20"/>
          <p:cNvSpPr txBox="1">
            <a:spLocks noGrp="1"/>
          </p:cNvSpPr>
          <p:nvPr>
            <p:ph type="subTitle" idx="8"/>
          </p:nvPr>
        </p:nvSpPr>
        <p:spPr>
          <a:xfrm>
            <a:off x="335513" y="1913775"/>
            <a:ext cx="1149900" cy="431700"/>
          </a:xfrm>
          <a:prstGeom prst="rect">
            <a:avLst/>
          </a:prstGeom>
        </p:spPr>
        <p:txBody>
          <a:bodyPr spcFirstLastPara="1" wrap="square" lIns="0" tIns="0" rIns="0" bIns="0" anchor="b" anchorCtr="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a:endParaRPr/>
          </a:p>
        </p:txBody>
      </p:sp>
      <p:sp>
        <p:nvSpPr>
          <p:cNvPr id="233" name="Google Shape;233;p20"/>
          <p:cNvSpPr txBox="1">
            <a:spLocks noGrp="1"/>
          </p:cNvSpPr>
          <p:nvPr>
            <p:ph type="subTitle" idx="9"/>
          </p:nvPr>
        </p:nvSpPr>
        <p:spPr>
          <a:xfrm>
            <a:off x="4721813" y="1941575"/>
            <a:ext cx="1149900" cy="431700"/>
          </a:xfrm>
          <a:prstGeom prst="rect">
            <a:avLst/>
          </a:prstGeom>
        </p:spPr>
        <p:txBody>
          <a:bodyPr spcFirstLastPara="1" wrap="square" lIns="0" tIns="0" rIns="0" bIns="0" anchor="b" anchorCtr="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a:endParaRPr/>
          </a:p>
        </p:txBody>
      </p:sp>
      <p:sp>
        <p:nvSpPr>
          <p:cNvPr id="234" name="Google Shape;234;p20"/>
          <p:cNvSpPr txBox="1">
            <a:spLocks noGrp="1"/>
          </p:cNvSpPr>
          <p:nvPr>
            <p:ph type="subTitle" idx="13"/>
          </p:nvPr>
        </p:nvSpPr>
        <p:spPr>
          <a:xfrm>
            <a:off x="6194013" y="3335375"/>
            <a:ext cx="1149900" cy="431700"/>
          </a:xfrm>
          <a:prstGeom prst="rect">
            <a:avLst/>
          </a:prstGeom>
        </p:spPr>
        <p:txBody>
          <a:bodyPr spcFirstLastPara="1" wrap="square" lIns="0" tIns="0" rIns="0" bIns="0" anchor="b" anchorCtr="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a:endParaRPr/>
          </a:p>
        </p:txBody>
      </p:sp>
      <p:sp>
        <p:nvSpPr>
          <p:cNvPr id="235" name="Google Shape;235;p20"/>
          <p:cNvSpPr txBox="1">
            <a:spLocks noGrp="1"/>
          </p:cNvSpPr>
          <p:nvPr>
            <p:ph type="subTitle" idx="14"/>
          </p:nvPr>
        </p:nvSpPr>
        <p:spPr>
          <a:xfrm>
            <a:off x="7658713" y="4312650"/>
            <a:ext cx="1149900" cy="431700"/>
          </a:xfrm>
          <a:prstGeom prst="rect">
            <a:avLst/>
          </a:prstGeom>
        </p:spPr>
        <p:txBody>
          <a:bodyPr spcFirstLastPara="1" wrap="square" lIns="0" tIns="0" rIns="0" bIns="0" anchor="b" anchorCtr="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a:endParaRPr/>
          </a:p>
        </p:txBody>
      </p:sp>
      <p:sp>
        <p:nvSpPr>
          <p:cNvPr id="236" name="Google Shape;236;p20"/>
          <p:cNvSpPr txBox="1">
            <a:spLocks noGrp="1"/>
          </p:cNvSpPr>
          <p:nvPr>
            <p:ph type="body" idx="15"/>
          </p:nvPr>
        </p:nvSpPr>
        <p:spPr>
          <a:xfrm>
            <a:off x="7658625" y="3600800"/>
            <a:ext cx="1149900" cy="504900"/>
          </a:xfrm>
          <a:prstGeom prst="rect">
            <a:avLst/>
          </a:prstGeom>
        </p:spPr>
        <p:txBody>
          <a:bodyPr spcFirstLastPara="1" wrap="square" lIns="0" tIns="0" rIns="0" bIns="0" anchor="t" anchorCtr="0">
            <a:spAutoFit/>
          </a:bodyPr>
          <a:lstStyle>
            <a:lvl1pPr marL="457200" lvl="0" indent="-292100">
              <a:spcBef>
                <a:spcPts val="0"/>
              </a:spcBef>
              <a:spcAft>
                <a:spcPts val="0"/>
              </a:spcAft>
              <a:buClr>
                <a:schemeClr val="dk1"/>
              </a:buClr>
              <a:buSzPts val="1000"/>
              <a:buFont typeface="Jost"/>
              <a:buChar char="●"/>
              <a:defRPr sz="1000"/>
            </a:lvl1pPr>
            <a:lvl2pPr marL="914400" lvl="1" indent="-292100">
              <a:spcBef>
                <a:spcPts val="0"/>
              </a:spcBef>
              <a:spcAft>
                <a:spcPts val="0"/>
              </a:spcAft>
              <a:buClr>
                <a:schemeClr val="dk1"/>
              </a:buClr>
              <a:buSzPts val="1000"/>
              <a:buFont typeface="Jost"/>
              <a:buChar char="○"/>
              <a:defRPr sz="1000"/>
            </a:lvl2pPr>
            <a:lvl3pPr marL="1371600" lvl="2" indent="-292100">
              <a:spcBef>
                <a:spcPts val="0"/>
              </a:spcBef>
              <a:spcAft>
                <a:spcPts val="0"/>
              </a:spcAft>
              <a:buClr>
                <a:schemeClr val="dk1"/>
              </a:buClr>
              <a:buSzPts val="1000"/>
              <a:buFont typeface="Jost"/>
              <a:buChar char="■"/>
              <a:defRPr sz="1000"/>
            </a:lvl3pPr>
            <a:lvl4pPr marL="1828800" lvl="3" indent="-292100">
              <a:spcBef>
                <a:spcPts val="0"/>
              </a:spcBef>
              <a:spcAft>
                <a:spcPts val="0"/>
              </a:spcAft>
              <a:buClr>
                <a:schemeClr val="dk1"/>
              </a:buClr>
              <a:buSzPts val="1000"/>
              <a:buFont typeface="Jost"/>
              <a:buChar char="●"/>
              <a:defRPr sz="1000"/>
            </a:lvl4pPr>
            <a:lvl5pPr marL="2286000" lvl="4" indent="-292100">
              <a:spcBef>
                <a:spcPts val="0"/>
              </a:spcBef>
              <a:spcAft>
                <a:spcPts val="0"/>
              </a:spcAft>
              <a:buClr>
                <a:schemeClr val="dk1"/>
              </a:buClr>
              <a:buSzPts val="1000"/>
              <a:buFont typeface="Jost"/>
              <a:buChar char="○"/>
              <a:defRPr sz="1000"/>
            </a:lvl5pPr>
            <a:lvl6pPr marL="2743200" lvl="5" indent="-292100">
              <a:spcBef>
                <a:spcPts val="0"/>
              </a:spcBef>
              <a:spcAft>
                <a:spcPts val="0"/>
              </a:spcAft>
              <a:buClr>
                <a:schemeClr val="dk1"/>
              </a:buClr>
              <a:buSzPts val="1000"/>
              <a:buFont typeface="Jost"/>
              <a:buChar char="■"/>
              <a:defRPr sz="1000"/>
            </a:lvl6pPr>
            <a:lvl7pPr marL="3200400" lvl="6" indent="-292100">
              <a:spcBef>
                <a:spcPts val="0"/>
              </a:spcBef>
              <a:spcAft>
                <a:spcPts val="0"/>
              </a:spcAft>
              <a:buClr>
                <a:schemeClr val="dk1"/>
              </a:buClr>
              <a:buSzPts val="1000"/>
              <a:buFont typeface="Jost"/>
              <a:buChar char="●"/>
              <a:defRPr sz="1000"/>
            </a:lvl7pPr>
            <a:lvl8pPr marL="3657600" lvl="7" indent="-292100">
              <a:spcBef>
                <a:spcPts val="0"/>
              </a:spcBef>
              <a:spcAft>
                <a:spcPts val="0"/>
              </a:spcAft>
              <a:buClr>
                <a:schemeClr val="dk1"/>
              </a:buClr>
              <a:buSzPts val="1000"/>
              <a:buFont typeface="Jost"/>
              <a:buChar char="○"/>
              <a:defRPr sz="1000"/>
            </a:lvl8pPr>
            <a:lvl9pPr marL="4114800" lvl="8" indent="-292100">
              <a:spcBef>
                <a:spcPts val="0"/>
              </a:spcBef>
              <a:spcAft>
                <a:spcPts val="0"/>
              </a:spcAft>
              <a:buClr>
                <a:schemeClr val="dk1"/>
              </a:buClr>
              <a:buSzPts val="1000"/>
              <a:buFont typeface="Jost"/>
              <a:buChar char="■"/>
              <a:defRPr sz="1000"/>
            </a:lvl9pPr>
          </a:lstStyle>
          <a:p>
            <a:endParaRPr/>
          </a:p>
        </p:txBody>
      </p:sp>
      <p:sp>
        <p:nvSpPr>
          <p:cNvPr id="237" name="Google Shape;237;p20"/>
          <p:cNvSpPr txBox="1">
            <a:spLocks noGrp="1"/>
          </p:cNvSpPr>
          <p:nvPr>
            <p:ph type="title"/>
          </p:nvPr>
        </p:nvSpPr>
        <p:spPr>
          <a:xfrm>
            <a:off x="230075" y="58625"/>
            <a:ext cx="2500500" cy="172200"/>
          </a:xfrm>
          <a:prstGeom prst="rect">
            <a:avLst/>
          </a:prstGeom>
        </p:spPr>
        <p:txBody>
          <a:bodyPr spcFirstLastPara="1" wrap="square" lIns="0" tIns="0" rIns="0" bIns="0" anchor="ctr" anchorCtr="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a:endParaRPr/>
          </a:p>
        </p:txBody>
      </p:sp>
      <p:sp>
        <p:nvSpPr>
          <p:cNvPr id="238" name="Google Shape;238;p20"/>
          <p:cNvSpPr txBox="1">
            <a:spLocks noGrp="1"/>
          </p:cNvSpPr>
          <p:nvPr>
            <p:ph type="title" idx="16"/>
          </p:nvPr>
        </p:nvSpPr>
        <p:spPr>
          <a:xfrm>
            <a:off x="6414875" y="58625"/>
            <a:ext cx="2500500" cy="172200"/>
          </a:xfrm>
          <a:prstGeom prst="rect">
            <a:avLst/>
          </a:prstGeom>
        </p:spPr>
        <p:txBody>
          <a:bodyPr spcFirstLastPara="1" wrap="square" lIns="0" tIns="0" rIns="0" bIns="0" anchor="ctr" anchorCtr="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a:endParaRPr/>
          </a:p>
        </p:txBody>
      </p:sp>
      <p:sp>
        <p:nvSpPr>
          <p:cNvPr id="239" name="Google Shape;239;p20"/>
          <p:cNvSpPr txBox="1">
            <a:spLocks noGrp="1"/>
          </p:cNvSpPr>
          <p:nvPr>
            <p:ph type="title" idx="17"/>
          </p:nvPr>
        </p:nvSpPr>
        <p:spPr>
          <a:xfrm>
            <a:off x="228600" y="457200"/>
            <a:ext cx="4160400" cy="464700"/>
          </a:xfrm>
          <a:prstGeom prst="rect">
            <a:avLst/>
          </a:prstGeom>
        </p:spPr>
        <p:txBody>
          <a:bodyPr spcFirstLastPara="1" wrap="square" lIns="0" tIns="0" rIns="0" bIns="0" anchor="t" anchorCtr="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oadmap - Alt 2">
  <p:cSld name="CUSTOM_8_1_1_1_1_1_1_1_1_1_1_1_1_1_1_1_1_1_1_1_1_1_1_1_1_1_1_1_1_1_1_1_1">
    <p:spTree>
      <p:nvGrpSpPr>
        <p:cNvPr id="1" name="Shape 240"/>
        <p:cNvGrpSpPr/>
        <p:nvPr/>
      </p:nvGrpSpPr>
      <p:grpSpPr>
        <a:xfrm>
          <a:off x="0" y="0"/>
          <a:ext cx="0" cy="0"/>
          <a:chOff x="0" y="0"/>
          <a:chExt cx="0" cy="0"/>
        </a:xfrm>
      </p:grpSpPr>
      <p:sp>
        <p:nvSpPr>
          <p:cNvPr id="241" name="Google Shape;241;p21"/>
          <p:cNvSpPr/>
          <p:nvPr/>
        </p:nvSpPr>
        <p:spPr>
          <a:xfrm flipH="1">
            <a:off x="5961300" y="0"/>
            <a:ext cx="3177300" cy="3177300"/>
          </a:xfrm>
          <a:prstGeom prst="rect">
            <a:avLst/>
          </a:prstGeom>
          <a:gradFill>
            <a:gsLst>
              <a:gs pos="0">
                <a:schemeClr val="lt2"/>
              </a:gs>
              <a:gs pos="72000">
                <a:schemeClr val="lt1"/>
              </a:gs>
              <a:gs pos="100000">
                <a:schemeClr val="lt1"/>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Figtree"/>
              <a:ea typeface="Figtree"/>
              <a:cs typeface="Figtree"/>
              <a:sym typeface="Figtree"/>
            </a:endParaRPr>
          </a:p>
        </p:txBody>
      </p:sp>
      <p:sp>
        <p:nvSpPr>
          <p:cNvPr id="242" name="Google Shape;242;p21"/>
          <p:cNvSpPr/>
          <p:nvPr/>
        </p:nvSpPr>
        <p:spPr>
          <a:xfrm rot="5400000">
            <a:off x="3888975" y="-2016150"/>
            <a:ext cx="1358100" cy="9140700"/>
          </a:xfrm>
          <a:prstGeom prst="rect">
            <a:avLst/>
          </a:prstGeom>
          <a:gradFill>
            <a:gsLst>
              <a:gs pos="0">
                <a:schemeClr val="accent6"/>
              </a:gs>
              <a:gs pos="100000">
                <a:schemeClr val="lt2"/>
              </a:gs>
            </a:gsLst>
            <a:lin ang="16200038"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Jost"/>
              <a:ea typeface="Jost"/>
              <a:cs typeface="Jost"/>
              <a:sym typeface="Jost"/>
            </a:endParaRPr>
          </a:p>
        </p:txBody>
      </p:sp>
      <p:sp>
        <p:nvSpPr>
          <p:cNvPr id="243" name="Google Shape;243;p21"/>
          <p:cNvSpPr txBox="1">
            <a:spLocks noGrp="1"/>
          </p:cNvSpPr>
          <p:nvPr>
            <p:ph type="title"/>
          </p:nvPr>
        </p:nvSpPr>
        <p:spPr>
          <a:xfrm>
            <a:off x="230075" y="58625"/>
            <a:ext cx="2500500" cy="172200"/>
          </a:xfrm>
          <a:prstGeom prst="rect">
            <a:avLst/>
          </a:prstGeom>
        </p:spPr>
        <p:txBody>
          <a:bodyPr spcFirstLastPara="1" wrap="square" lIns="0" tIns="0" rIns="0" bIns="0" anchor="ctr" anchorCtr="0">
            <a:noAutofit/>
          </a:bodyPr>
          <a:lstStyle>
            <a:lvl1pPr lvl="0">
              <a:spcBef>
                <a:spcPts val="0"/>
              </a:spcBef>
              <a:spcAft>
                <a:spcPts val="0"/>
              </a:spcAft>
              <a:buNone/>
              <a:defRPr/>
            </a:lvl1pPr>
            <a:lvl2pPr lvl="1">
              <a:spcBef>
                <a:spcPts val="0"/>
              </a:spcBef>
              <a:spcAft>
                <a:spcPts val="0"/>
              </a:spcAft>
              <a:buSzPts val="700"/>
              <a:buFont typeface="Figtree"/>
              <a:buNone/>
              <a:defRPr sz="700"/>
            </a:lvl2pPr>
            <a:lvl3pPr lvl="2">
              <a:spcBef>
                <a:spcPts val="0"/>
              </a:spcBef>
              <a:spcAft>
                <a:spcPts val="0"/>
              </a:spcAft>
              <a:buSzPts val="700"/>
              <a:buFont typeface="Figtree"/>
              <a:buNone/>
              <a:defRPr sz="700"/>
            </a:lvl3pPr>
            <a:lvl4pPr lvl="3">
              <a:spcBef>
                <a:spcPts val="0"/>
              </a:spcBef>
              <a:spcAft>
                <a:spcPts val="0"/>
              </a:spcAft>
              <a:buSzPts val="700"/>
              <a:buFont typeface="Figtree"/>
              <a:buNone/>
              <a:defRPr sz="700"/>
            </a:lvl4pPr>
            <a:lvl5pPr lvl="4">
              <a:spcBef>
                <a:spcPts val="0"/>
              </a:spcBef>
              <a:spcAft>
                <a:spcPts val="0"/>
              </a:spcAft>
              <a:buSzPts val="700"/>
              <a:buFont typeface="Figtree"/>
              <a:buNone/>
              <a:defRPr sz="700"/>
            </a:lvl5pPr>
            <a:lvl6pPr lvl="5">
              <a:spcBef>
                <a:spcPts val="0"/>
              </a:spcBef>
              <a:spcAft>
                <a:spcPts val="0"/>
              </a:spcAft>
              <a:buSzPts val="700"/>
              <a:buFont typeface="Figtree"/>
              <a:buNone/>
              <a:defRPr sz="700"/>
            </a:lvl6pPr>
            <a:lvl7pPr lvl="6">
              <a:spcBef>
                <a:spcPts val="0"/>
              </a:spcBef>
              <a:spcAft>
                <a:spcPts val="0"/>
              </a:spcAft>
              <a:buSzPts val="700"/>
              <a:buFont typeface="Figtree"/>
              <a:buNone/>
              <a:defRPr sz="700"/>
            </a:lvl7pPr>
            <a:lvl8pPr lvl="7">
              <a:spcBef>
                <a:spcPts val="0"/>
              </a:spcBef>
              <a:spcAft>
                <a:spcPts val="0"/>
              </a:spcAft>
              <a:buSzPts val="700"/>
              <a:buFont typeface="Figtree"/>
              <a:buNone/>
              <a:defRPr sz="700"/>
            </a:lvl8pPr>
            <a:lvl9pPr lvl="8">
              <a:spcBef>
                <a:spcPts val="0"/>
              </a:spcBef>
              <a:spcAft>
                <a:spcPts val="0"/>
              </a:spcAft>
              <a:buSzPts val="700"/>
              <a:buFont typeface="Figtree"/>
              <a:buNone/>
              <a:defRPr sz="700"/>
            </a:lvl9pPr>
          </a:lstStyle>
          <a:p>
            <a:endParaRPr/>
          </a:p>
        </p:txBody>
      </p:sp>
      <p:sp>
        <p:nvSpPr>
          <p:cNvPr id="244" name="Google Shape;244;p21"/>
          <p:cNvSpPr txBox="1">
            <a:spLocks noGrp="1"/>
          </p:cNvSpPr>
          <p:nvPr>
            <p:ph type="title" idx="2"/>
          </p:nvPr>
        </p:nvSpPr>
        <p:spPr>
          <a:xfrm>
            <a:off x="6414875" y="58625"/>
            <a:ext cx="2500500" cy="172200"/>
          </a:xfrm>
          <a:prstGeom prst="rect">
            <a:avLst/>
          </a:prstGeom>
        </p:spPr>
        <p:txBody>
          <a:bodyPr spcFirstLastPara="1" wrap="square" lIns="0" tIns="0" rIns="0" bIns="0" anchor="ctr" anchorCtr="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a:endParaRPr/>
          </a:p>
        </p:txBody>
      </p:sp>
      <p:sp>
        <p:nvSpPr>
          <p:cNvPr id="245" name="Google Shape;245;p21"/>
          <p:cNvSpPr txBox="1">
            <a:spLocks noGrp="1"/>
          </p:cNvSpPr>
          <p:nvPr>
            <p:ph type="title" idx="3"/>
          </p:nvPr>
        </p:nvSpPr>
        <p:spPr>
          <a:xfrm>
            <a:off x="228600" y="457200"/>
            <a:ext cx="4160400" cy="464700"/>
          </a:xfrm>
          <a:prstGeom prst="rect">
            <a:avLst/>
          </a:prstGeom>
        </p:spPr>
        <p:txBody>
          <a:bodyPr spcFirstLastPara="1" wrap="square" lIns="0" tIns="0" rIns="0" bIns="0" anchor="t" anchorCtr="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a:endParaRPr/>
          </a:p>
        </p:txBody>
      </p:sp>
      <p:sp>
        <p:nvSpPr>
          <p:cNvPr id="246" name="Google Shape;246;p21"/>
          <p:cNvSpPr txBox="1">
            <a:spLocks noGrp="1"/>
          </p:cNvSpPr>
          <p:nvPr>
            <p:ph type="subTitle" idx="1"/>
          </p:nvPr>
        </p:nvSpPr>
        <p:spPr>
          <a:xfrm>
            <a:off x="486625" y="1307025"/>
            <a:ext cx="2281500" cy="207600"/>
          </a:xfrm>
          <a:prstGeom prst="rect">
            <a:avLst/>
          </a:prstGeom>
        </p:spPr>
        <p:txBody>
          <a:bodyPr spcFirstLastPara="1" wrap="square" lIns="0" tIns="0" rIns="0" bIns="0" anchor="t" anchorCtr="0">
            <a:noAutofit/>
          </a:bodyPr>
          <a:lstStyle>
            <a:lvl1pPr lvl="0">
              <a:lnSpc>
                <a:spcPct val="95000"/>
              </a:lnSpc>
              <a:spcBef>
                <a:spcPts val="0"/>
              </a:spcBef>
              <a:spcAft>
                <a:spcPts val="0"/>
              </a:spcAft>
              <a:buNone/>
              <a:defRPr/>
            </a:lvl1pPr>
            <a:lvl2pPr lvl="1">
              <a:lnSpc>
                <a:spcPct val="95000"/>
              </a:lnSpc>
              <a:spcBef>
                <a:spcPts val="0"/>
              </a:spcBef>
              <a:spcAft>
                <a:spcPts val="0"/>
              </a:spcAft>
              <a:buNone/>
              <a:defRPr/>
            </a:lvl2pPr>
            <a:lvl3pPr lvl="2">
              <a:lnSpc>
                <a:spcPct val="95000"/>
              </a:lnSpc>
              <a:spcBef>
                <a:spcPts val="0"/>
              </a:spcBef>
              <a:spcAft>
                <a:spcPts val="0"/>
              </a:spcAft>
              <a:buNone/>
              <a:defRPr/>
            </a:lvl3pPr>
            <a:lvl4pPr lvl="3">
              <a:lnSpc>
                <a:spcPct val="95000"/>
              </a:lnSpc>
              <a:spcBef>
                <a:spcPts val="0"/>
              </a:spcBef>
              <a:spcAft>
                <a:spcPts val="0"/>
              </a:spcAft>
              <a:buNone/>
              <a:defRPr/>
            </a:lvl4pPr>
            <a:lvl5pPr lvl="4">
              <a:lnSpc>
                <a:spcPct val="95000"/>
              </a:lnSpc>
              <a:spcBef>
                <a:spcPts val="0"/>
              </a:spcBef>
              <a:spcAft>
                <a:spcPts val="0"/>
              </a:spcAft>
              <a:buNone/>
              <a:defRPr/>
            </a:lvl5pPr>
            <a:lvl6pPr lvl="5">
              <a:lnSpc>
                <a:spcPct val="95000"/>
              </a:lnSpc>
              <a:spcBef>
                <a:spcPts val="0"/>
              </a:spcBef>
              <a:spcAft>
                <a:spcPts val="0"/>
              </a:spcAft>
              <a:buNone/>
              <a:defRPr/>
            </a:lvl6pPr>
            <a:lvl7pPr lvl="6">
              <a:lnSpc>
                <a:spcPct val="95000"/>
              </a:lnSpc>
              <a:spcBef>
                <a:spcPts val="0"/>
              </a:spcBef>
              <a:spcAft>
                <a:spcPts val="0"/>
              </a:spcAft>
              <a:buNone/>
              <a:defRPr/>
            </a:lvl7pPr>
            <a:lvl8pPr lvl="7">
              <a:lnSpc>
                <a:spcPct val="95000"/>
              </a:lnSpc>
              <a:spcBef>
                <a:spcPts val="0"/>
              </a:spcBef>
              <a:spcAft>
                <a:spcPts val="0"/>
              </a:spcAft>
              <a:buNone/>
              <a:defRPr/>
            </a:lvl8pPr>
            <a:lvl9pPr lvl="8">
              <a:lnSpc>
                <a:spcPct val="95000"/>
              </a:lnSpc>
              <a:spcBef>
                <a:spcPts val="0"/>
              </a:spcBef>
              <a:spcAft>
                <a:spcPts val="0"/>
              </a:spcAft>
              <a:buNone/>
              <a:defRPr/>
            </a:lvl9pPr>
          </a:lstStyle>
          <a:p>
            <a:endParaRPr/>
          </a:p>
        </p:txBody>
      </p:sp>
      <p:sp>
        <p:nvSpPr>
          <p:cNvPr id="247" name="Google Shape;247;p21"/>
          <p:cNvSpPr txBox="1">
            <a:spLocks noGrp="1"/>
          </p:cNvSpPr>
          <p:nvPr>
            <p:ph type="body" idx="4"/>
          </p:nvPr>
        </p:nvSpPr>
        <p:spPr>
          <a:xfrm>
            <a:off x="486650" y="1623430"/>
            <a:ext cx="2281500" cy="7140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Jost"/>
              <a:buChar char="●"/>
              <a:defRPr sz="1000"/>
            </a:lvl1pPr>
            <a:lvl2pPr marL="914400" lvl="1" indent="-292100">
              <a:spcBef>
                <a:spcPts val="0"/>
              </a:spcBef>
              <a:spcAft>
                <a:spcPts val="0"/>
              </a:spcAft>
              <a:buClr>
                <a:schemeClr val="dk1"/>
              </a:buClr>
              <a:buSzPts val="1000"/>
              <a:buFont typeface="Jost"/>
              <a:buChar char="○"/>
              <a:defRPr sz="1000"/>
            </a:lvl2pPr>
            <a:lvl3pPr marL="1371600" lvl="2" indent="-292100">
              <a:spcBef>
                <a:spcPts val="0"/>
              </a:spcBef>
              <a:spcAft>
                <a:spcPts val="0"/>
              </a:spcAft>
              <a:buClr>
                <a:schemeClr val="dk1"/>
              </a:buClr>
              <a:buSzPts val="1000"/>
              <a:buFont typeface="Jost"/>
              <a:buChar char="■"/>
              <a:defRPr sz="1000"/>
            </a:lvl3pPr>
            <a:lvl4pPr marL="1828800" lvl="3" indent="-292100">
              <a:spcBef>
                <a:spcPts val="0"/>
              </a:spcBef>
              <a:spcAft>
                <a:spcPts val="0"/>
              </a:spcAft>
              <a:buClr>
                <a:schemeClr val="dk1"/>
              </a:buClr>
              <a:buSzPts val="1000"/>
              <a:buFont typeface="Jost"/>
              <a:buChar char="●"/>
              <a:defRPr sz="1000"/>
            </a:lvl4pPr>
            <a:lvl5pPr marL="2286000" lvl="4" indent="-292100">
              <a:spcBef>
                <a:spcPts val="0"/>
              </a:spcBef>
              <a:spcAft>
                <a:spcPts val="0"/>
              </a:spcAft>
              <a:buClr>
                <a:schemeClr val="dk1"/>
              </a:buClr>
              <a:buSzPts val="1000"/>
              <a:buFont typeface="Jost"/>
              <a:buChar char="○"/>
              <a:defRPr sz="1000"/>
            </a:lvl5pPr>
            <a:lvl6pPr marL="2743200" lvl="5" indent="-292100">
              <a:spcBef>
                <a:spcPts val="0"/>
              </a:spcBef>
              <a:spcAft>
                <a:spcPts val="0"/>
              </a:spcAft>
              <a:buClr>
                <a:schemeClr val="dk1"/>
              </a:buClr>
              <a:buSzPts val="1000"/>
              <a:buFont typeface="Jost"/>
              <a:buChar char="■"/>
              <a:defRPr sz="1000"/>
            </a:lvl6pPr>
            <a:lvl7pPr marL="3200400" lvl="6" indent="-292100">
              <a:spcBef>
                <a:spcPts val="0"/>
              </a:spcBef>
              <a:spcAft>
                <a:spcPts val="0"/>
              </a:spcAft>
              <a:buClr>
                <a:schemeClr val="dk1"/>
              </a:buClr>
              <a:buSzPts val="1000"/>
              <a:buFont typeface="Jost"/>
              <a:buChar char="●"/>
              <a:defRPr sz="1000"/>
            </a:lvl7pPr>
            <a:lvl8pPr marL="3657600" lvl="7" indent="-292100">
              <a:spcBef>
                <a:spcPts val="0"/>
              </a:spcBef>
              <a:spcAft>
                <a:spcPts val="0"/>
              </a:spcAft>
              <a:buClr>
                <a:schemeClr val="dk1"/>
              </a:buClr>
              <a:buSzPts val="1000"/>
              <a:buFont typeface="Jost"/>
              <a:buChar char="○"/>
              <a:defRPr sz="1000"/>
            </a:lvl8pPr>
            <a:lvl9pPr marL="4114800" lvl="8" indent="-292100">
              <a:spcBef>
                <a:spcPts val="0"/>
              </a:spcBef>
              <a:spcAft>
                <a:spcPts val="0"/>
              </a:spcAft>
              <a:buClr>
                <a:schemeClr val="dk1"/>
              </a:buClr>
              <a:buSzPts val="1000"/>
              <a:buFont typeface="Jost"/>
              <a:buChar char="■"/>
              <a:defRPr sz="1000"/>
            </a:lvl9pPr>
          </a:lstStyle>
          <a:p>
            <a:endParaRPr/>
          </a:p>
        </p:txBody>
      </p:sp>
      <p:sp>
        <p:nvSpPr>
          <p:cNvPr id="248" name="Google Shape;248;p21"/>
          <p:cNvSpPr txBox="1">
            <a:spLocks noGrp="1"/>
          </p:cNvSpPr>
          <p:nvPr>
            <p:ph type="subTitle" idx="5"/>
          </p:nvPr>
        </p:nvSpPr>
        <p:spPr>
          <a:xfrm>
            <a:off x="3431225" y="1668075"/>
            <a:ext cx="2281500" cy="207600"/>
          </a:xfrm>
          <a:prstGeom prst="rect">
            <a:avLst/>
          </a:prstGeom>
        </p:spPr>
        <p:txBody>
          <a:bodyPr spcFirstLastPara="1" wrap="square" lIns="0" tIns="0" rIns="0" bIns="0" anchor="t" anchorCtr="0">
            <a:noAutofit/>
          </a:bodyPr>
          <a:lstStyle>
            <a:lvl1pPr lvl="0">
              <a:lnSpc>
                <a:spcPct val="95000"/>
              </a:lnSpc>
              <a:spcBef>
                <a:spcPts val="0"/>
              </a:spcBef>
              <a:spcAft>
                <a:spcPts val="0"/>
              </a:spcAft>
              <a:buNone/>
              <a:defRPr/>
            </a:lvl1pPr>
            <a:lvl2pPr lvl="1">
              <a:lnSpc>
                <a:spcPct val="95000"/>
              </a:lnSpc>
              <a:spcBef>
                <a:spcPts val="0"/>
              </a:spcBef>
              <a:spcAft>
                <a:spcPts val="0"/>
              </a:spcAft>
              <a:buNone/>
              <a:defRPr/>
            </a:lvl2pPr>
            <a:lvl3pPr lvl="2">
              <a:lnSpc>
                <a:spcPct val="95000"/>
              </a:lnSpc>
              <a:spcBef>
                <a:spcPts val="0"/>
              </a:spcBef>
              <a:spcAft>
                <a:spcPts val="0"/>
              </a:spcAft>
              <a:buNone/>
              <a:defRPr/>
            </a:lvl3pPr>
            <a:lvl4pPr lvl="3">
              <a:lnSpc>
                <a:spcPct val="95000"/>
              </a:lnSpc>
              <a:spcBef>
                <a:spcPts val="0"/>
              </a:spcBef>
              <a:spcAft>
                <a:spcPts val="0"/>
              </a:spcAft>
              <a:buNone/>
              <a:defRPr/>
            </a:lvl4pPr>
            <a:lvl5pPr lvl="4">
              <a:lnSpc>
                <a:spcPct val="95000"/>
              </a:lnSpc>
              <a:spcBef>
                <a:spcPts val="0"/>
              </a:spcBef>
              <a:spcAft>
                <a:spcPts val="0"/>
              </a:spcAft>
              <a:buNone/>
              <a:defRPr/>
            </a:lvl5pPr>
            <a:lvl6pPr lvl="5">
              <a:lnSpc>
                <a:spcPct val="95000"/>
              </a:lnSpc>
              <a:spcBef>
                <a:spcPts val="0"/>
              </a:spcBef>
              <a:spcAft>
                <a:spcPts val="0"/>
              </a:spcAft>
              <a:buNone/>
              <a:defRPr/>
            </a:lvl6pPr>
            <a:lvl7pPr lvl="6">
              <a:lnSpc>
                <a:spcPct val="95000"/>
              </a:lnSpc>
              <a:spcBef>
                <a:spcPts val="0"/>
              </a:spcBef>
              <a:spcAft>
                <a:spcPts val="0"/>
              </a:spcAft>
              <a:buNone/>
              <a:defRPr/>
            </a:lvl7pPr>
            <a:lvl8pPr lvl="7">
              <a:lnSpc>
                <a:spcPct val="95000"/>
              </a:lnSpc>
              <a:spcBef>
                <a:spcPts val="0"/>
              </a:spcBef>
              <a:spcAft>
                <a:spcPts val="0"/>
              </a:spcAft>
              <a:buNone/>
              <a:defRPr/>
            </a:lvl8pPr>
            <a:lvl9pPr lvl="8">
              <a:lnSpc>
                <a:spcPct val="95000"/>
              </a:lnSpc>
              <a:spcBef>
                <a:spcPts val="0"/>
              </a:spcBef>
              <a:spcAft>
                <a:spcPts val="0"/>
              </a:spcAft>
              <a:buNone/>
              <a:defRPr/>
            </a:lvl9pPr>
          </a:lstStyle>
          <a:p>
            <a:endParaRPr/>
          </a:p>
        </p:txBody>
      </p:sp>
      <p:sp>
        <p:nvSpPr>
          <p:cNvPr id="249" name="Google Shape;249;p21"/>
          <p:cNvSpPr txBox="1">
            <a:spLocks noGrp="1"/>
          </p:cNvSpPr>
          <p:nvPr>
            <p:ph type="body" idx="6"/>
          </p:nvPr>
        </p:nvSpPr>
        <p:spPr>
          <a:xfrm>
            <a:off x="3431250" y="1984480"/>
            <a:ext cx="2281500" cy="7140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Jost"/>
              <a:buChar char="●"/>
              <a:defRPr sz="1000"/>
            </a:lvl1pPr>
            <a:lvl2pPr marL="914400" lvl="1" indent="-292100">
              <a:spcBef>
                <a:spcPts val="0"/>
              </a:spcBef>
              <a:spcAft>
                <a:spcPts val="0"/>
              </a:spcAft>
              <a:buClr>
                <a:schemeClr val="dk1"/>
              </a:buClr>
              <a:buSzPts val="1000"/>
              <a:buFont typeface="Jost"/>
              <a:buChar char="○"/>
              <a:defRPr sz="1000"/>
            </a:lvl2pPr>
            <a:lvl3pPr marL="1371600" lvl="2" indent="-292100">
              <a:spcBef>
                <a:spcPts val="0"/>
              </a:spcBef>
              <a:spcAft>
                <a:spcPts val="0"/>
              </a:spcAft>
              <a:buClr>
                <a:schemeClr val="dk1"/>
              </a:buClr>
              <a:buSzPts val="1000"/>
              <a:buFont typeface="Jost"/>
              <a:buChar char="■"/>
              <a:defRPr sz="1000"/>
            </a:lvl3pPr>
            <a:lvl4pPr marL="1828800" lvl="3" indent="-292100">
              <a:spcBef>
                <a:spcPts val="0"/>
              </a:spcBef>
              <a:spcAft>
                <a:spcPts val="0"/>
              </a:spcAft>
              <a:buClr>
                <a:schemeClr val="dk1"/>
              </a:buClr>
              <a:buSzPts val="1000"/>
              <a:buFont typeface="Jost"/>
              <a:buChar char="●"/>
              <a:defRPr sz="1000"/>
            </a:lvl4pPr>
            <a:lvl5pPr marL="2286000" lvl="4" indent="-292100">
              <a:spcBef>
                <a:spcPts val="0"/>
              </a:spcBef>
              <a:spcAft>
                <a:spcPts val="0"/>
              </a:spcAft>
              <a:buClr>
                <a:schemeClr val="dk1"/>
              </a:buClr>
              <a:buSzPts val="1000"/>
              <a:buFont typeface="Jost"/>
              <a:buChar char="○"/>
              <a:defRPr sz="1000"/>
            </a:lvl5pPr>
            <a:lvl6pPr marL="2743200" lvl="5" indent="-292100">
              <a:spcBef>
                <a:spcPts val="0"/>
              </a:spcBef>
              <a:spcAft>
                <a:spcPts val="0"/>
              </a:spcAft>
              <a:buClr>
                <a:schemeClr val="dk1"/>
              </a:buClr>
              <a:buSzPts val="1000"/>
              <a:buFont typeface="Jost"/>
              <a:buChar char="■"/>
              <a:defRPr sz="1000"/>
            </a:lvl6pPr>
            <a:lvl7pPr marL="3200400" lvl="6" indent="-292100">
              <a:spcBef>
                <a:spcPts val="0"/>
              </a:spcBef>
              <a:spcAft>
                <a:spcPts val="0"/>
              </a:spcAft>
              <a:buClr>
                <a:schemeClr val="dk1"/>
              </a:buClr>
              <a:buSzPts val="1000"/>
              <a:buFont typeface="Jost"/>
              <a:buChar char="●"/>
              <a:defRPr sz="1000"/>
            </a:lvl7pPr>
            <a:lvl8pPr marL="3657600" lvl="7" indent="-292100">
              <a:spcBef>
                <a:spcPts val="0"/>
              </a:spcBef>
              <a:spcAft>
                <a:spcPts val="0"/>
              </a:spcAft>
              <a:buClr>
                <a:schemeClr val="dk1"/>
              </a:buClr>
              <a:buSzPts val="1000"/>
              <a:buFont typeface="Jost"/>
              <a:buChar char="○"/>
              <a:defRPr sz="1000"/>
            </a:lvl8pPr>
            <a:lvl9pPr marL="4114800" lvl="8" indent="-292100">
              <a:spcBef>
                <a:spcPts val="0"/>
              </a:spcBef>
              <a:spcAft>
                <a:spcPts val="0"/>
              </a:spcAft>
              <a:buClr>
                <a:schemeClr val="dk1"/>
              </a:buClr>
              <a:buSzPts val="1000"/>
              <a:buFont typeface="Jost"/>
              <a:buChar char="■"/>
              <a:defRPr sz="1000"/>
            </a:lvl9pPr>
          </a:lstStyle>
          <a:p>
            <a:endParaRPr/>
          </a:p>
        </p:txBody>
      </p:sp>
      <p:sp>
        <p:nvSpPr>
          <p:cNvPr id="250" name="Google Shape;250;p21"/>
          <p:cNvSpPr txBox="1">
            <a:spLocks noGrp="1"/>
          </p:cNvSpPr>
          <p:nvPr>
            <p:ph type="subTitle" idx="7"/>
          </p:nvPr>
        </p:nvSpPr>
        <p:spPr>
          <a:xfrm>
            <a:off x="6375825" y="1307025"/>
            <a:ext cx="2281500" cy="207600"/>
          </a:xfrm>
          <a:prstGeom prst="rect">
            <a:avLst/>
          </a:prstGeom>
        </p:spPr>
        <p:txBody>
          <a:bodyPr spcFirstLastPara="1" wrap="square" lIns="0" tIns="0" rIns="0" bIns="0" anchor="t" anchorCtr="0">
            <a:noAutofit/>
          </a:bodyPr>
          <a:lstStyle>
            <a:lvl1pPr lvl="0">
              <a:lnSpc>
                <a:spcPct val="95000"/>
              </a:lnSpc>
              <a:spcBef>
                <a:spcPts val="0"/>
              </a:spcBef>
              <a:spcAft>
                <a:spcPts val="0"/>
              </a:spcAft>
              <a:buNone/>
              <a:defRPr/>
            </a:lvl1pPr>
            <a:lvl2pPr lvl="1">
              <a:lnSpc>
                <a:spcPct val="95000"/>
              </a:lnSpc>
              <a:spcBef>
                <a:spcPts val="0"/>
              </a:spcBef>
              <a:spcAft>
                <a:spcPts val="0"/>
              </a:spcAft>
              <a:buNone/>
              <a:defRPr/>
            </a:lvl2pPr>
            <a:lvl3pPr lvl="2">
              <a:lnSpc>
                <a:spcPct val="95000"/>
              </a:lnSpc>
              <a:spcBef>
                <a:spcPts val="0"/>
              </a:spcBef>
              <a:spcAft>
                <a:spcPts val="0"/>
              </a:spcAft>
              <a:buNone/>
              <a:defRPr/>
            </a:lvl3pPr>
            <a:lvl4pPr lvl="3">
              <a:lnSpc>
                <a:spcPct val="95000"/>
              </a:lnSpc>
              <a:spcBef>
                <a:spcPts val="0"/>
              </a:spcBef>
              <a:spcAft>
                <a:spcPts val="0"/>
              </a:spcAft>
              <a:buNone/>
              <a:defRPr/>
            </a:lvl4pPr>
            <a:lvl5pPr lvl="4">
              <a:lnSpc>
                <a:spcPct val="95000"/>
              </a:lnSpc>
              <a:spcBef>
                <a:spcPts val="0"/>
              </a:spcBef>
              <a:spcAft>
                <a:spcPts val="0"/>
              </a:spcAft>
              <a:buNone/>
              <a:defRPr/>
            </a:lvl5pPr>
            <a:lvl6pPr lvl="5">
              <a:lnSpc>
                <a:spcPct val="95000"/>
              </a:lnSpc>
              <a:spcBef>
                <a:spcPts val="0"/>
              </a:spcBef>
              <a:spcAft>
                <a:spcPts val="0"/>
              </a:spcAft>
              <a:buNone/>
              <a:defRPr/>
            </a:lvl6pPr>
            <a:lvl7pPr lvl="6">
              <a:lnSpc>
                <a:spcPct val="95000"/>
              </a:lnSpc>
              <a:spcBef>
                <a:spcPts val="0"/>
              </a:spcBef>
              <a:spcAft>
                <a:spcPts val="0"/>
              </a:spcAft>
              <a:buNone/>
              <a:defRPr/>
            </a:lvl7pPr>
            <a:lvl8pPr lvl="7">
              <a:lnSpc>
                <a:spcPct val="95000"/>
              </a:lnSpc>
              <a:spcBef>
                <a:spcPts val="0"/>
              </a:spcBef>
              <a:spcAft>
                <a:spcPts val="0"/>
              </a:spcAft>
              <a:buNone/>
              <a:defRPr/>
            </a:lvl8pPr>
            <a:lvl9pPr lvl="8">
              <a:lnSpc>
                <a:spcPct val="95000"/>
              </a:lnSpc>
              <a:spcBef>
                <a:spcPts val="0"/>
              </a:spcBef>
              <a:spcAft>
                <a:spcPts val="0"/>
              </a:spcAft>
              <a:buNone/>
              <a:defRPr/>
            </a:lvl9pPr>
          </a:lstStyle>
          <a:p>
            <a:endParaRPr/>
          </a:p>
        </p:txBody>
      </p:sp>
      <p:sp>
        <p:nvSpPr>
          <p:cNvPr id="251" name="Google Shape;251;p21"/>
          <p:cNvSpPr txBox="1">
            <a:spLocks noGrp="1"/>
          </p:cNvSpPr>
          <p:nvPr>
            <p:ph type="body" idx="8"/>
          </p:nvPr>
        </p:nvSpPr>
        <p:spPr>
          <a:xfrm>
            <a:off x="6375850" y="1623430"/>
            <a:ext cx="2281500" cy="7140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Jost"/>
              <a:buChar char="●"/>
              <a:defRPr sz="1000"/>
            </a:lvl1pPr>
            <a:lvl2pPr marL="914400" lvl="1" indent="-292100">
              <a:spcBef>
                <a:spcPts val="0"/>
              </a:spcBef>
              <a:spcAft>
                <a:spcPts val="0"/>
              </a:spcAft>
              <a:buClr>
                <a:schemeClr val="dk1"/>
              </a:buClr>
              <a:buSzPts val="1000"/>
              <a:buFont typeface="Jost"/>
              <a:buChar char="○"/>
              <a:defRPr sz="1000"/>
            </a:lvl2pPr>
            <a:lvl3pPr marL="1371600" lvl="2" indent="-292100">
              <a:spcBef>
                <a:spcPts val="0"/>
              </a:spcBef>
              <a:spcAft>
                <a:spcPts val="0"/>
              </a:spcAft>
              <a:buClr>
                <a:schemeClr val="dk1"/>
              </a:buClr>
              <a:buSzPts val="1000"/>
              <a:buFont typeface="Jost"/>
              <a:buChar char="■"/>
              <a:defRPr sz="1000"/>
            </a:lvl3pPr>
            <a:lvl4pPr marL="1828800" lvl="3" indent="-292100">
              <a:spcBef>
                <a:spcPts val="0"/>
              </a:spcBef>
              <a:spcAft>
                <a:spcPts val="0"/>
              </a:spcAft>
              <a:buClr>
                <a:schemeClr val="dk1"/>
              </a:buClr>
              <a:buSzPts val="1000"/>
              <a:buFont typeface="Jost"/>
              <a:buChar char="●"/>
              <a:defRPr sz="1000"/>
            </a:lvl4pPr>
            <a:lvl5pPr marL="2286000" lvl="4" indent="-292100">
              <a:spcBef>
                <a:spcPts val="0"/>
              </a:spcBef>
              <a:spcAft>
                <a:spcPts val="0"/>
              </a:spcAft>
              <a:buClr>
                <a:schemeClr val="dk1"/>
              </a:buClr>
              <a:buSzPts val="1000"/>
              <a:buFont typeface="Jost"/>
              <a:buChar char="○"/>
              <a:defRPr sz="1000"/>
            </a:lvl5pPr>
            <a:lvl6pPr marL="2743200" lvl="5" indent="-292100">
              <a:spcBef>
                <a:spcPts val="0"/>
              </a:spcBef>
              <a:spcAft>
                <a:spcPts val="0"/>
              </a:spcAft>
              <a:buClr>
                <a:schemeClr val="dk1"/>
              </a:buClr>
              <a:buSzPts val="1000"/>
              <a:buFont typeface="Jost"/>
              <a:buChar char="■"/>
              <a:defRPr sz="1000"/>
            </a:lvl6pPr>
            <a:lvl7pPr marL="3200400" lvl="6" indent="-292100">
              <a:spcBef>
                <a:spcPts val="0"/>
              </a:spcBef>
              <a:spcAft>
                <a:spcPts val="0"/>
              </a:spcAft>
              <a:buClr>
                <a:schemeClr val="dk1"/>
              </a:buClr>
              <a:buSzPts val="1000"/>
              <a:buFont typeface="Jost"/>
              <a:buChar char="●"/>
              <a:defRPr sz="1000"/>
            </a:lvl7pPr>
            <a:lvl8pPr marL="3657600" lvl="7" indent="-292100">
              <a:spcBef>
                <a:spcPts val="0"/>
              </a:spcBef>
              <a:spcAft>
                <a:spcPts val="0"/>
              </a:spcAft>
              <a:buClr>
                <a:schemeClr val="dk1"/>
              </a:buClr>
              <a:buSzPts val="1000"/>
              <a:buFont typeface="Jost"/>
              <a:buChar char="○"/>
              <a:defRPr sz="1000"/>
            </a:lvl8pPr>
            <a:lvl9pPr marL="4114800" lvl="8" indent="-292100">
              <a:spcBef>
                <a:spcPts val="0"/>
              </a:spcBef>
              <a:spcAft>
                <a:spcPts val="0"/>
              </a:spcAft>
              <a:buClr>
                <a:schemeClr val="dk1"/>
              </a:buClr>
              <a:buSzPts val="1000"/>
              <a:buFont typeface="Jost"/>
              <a:buChar char="■"/>
              <a:defRPr sz="1000"/>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Metrics display - Alt 1">
  <p:cSld name="CUSTOM_8_1_1_1_1_1_1_1_1_1_1_1_1_1_1_1_1_1_1_1_1_1_1_1_1_1_1_1_1_1_1_1_1_1">
    <p:spTree>
      <p:nvGrpSpPr>
        <p:cNvPr id="1" name="Shape 252"/>
        <p:cNvGrpSpPr/>
        <p:nvPr/>
      </p:nvGrpSpPr>
      <p:grpSpPr>
        <a:xfrm>
          <a:off x="0" y="0"/>
          <a:ext cx="0" cy="0"/>
          <a:chOff x="0" y="0"/>
          <a:chExt cx="0" cy="0"/>
        </a:xfrm>
      </p:grpSpPr>
      <p:sp>
        <p:nvSpPr>
          <p:cNvPr id="253" name="Google Shape;253;p22"/>
          <p:cNvSpPr/>
          <p:nvPr/>
        </p:nvSpPr>
        <p:spPr>
          <a:xfrm>
            <a:off x="7529650" y="250"/>
            <a:ext cx="1614900" cy="5147700"/>
          </a:xfrm>
          <a:prstGeom prst="rect">
            <a:avLst/>
          </a:prstGeom>
          <a:gradFill>
            <a:gsLst>
              <a:gs pos="0">
                <a:schemeClr val="accent6"/>
              </a:gs>
              <a:gs pos="100000">
                <a:schemeClr val="lt2"/>
              </a:gs>
            </a:gsLst>
            <a:lin ang="54007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Figtree"/>
              <a:ea typeface="Figtree"/>
              <a:cs typeface="Figtree"/>
              <a:sym typeface="Figtree"/>
            </a:endParaRPr>
          </a:p>
        </p:txBody>
      </p:sp>
      <p:sp>
        <p:nvSpPr>
          <p:cNvPr id="254" name="Google Shape;254;p22"/>
          <p:cNvSpPr txBox="1">
            <a:spLocks noGrp="1"/>
          </p:cNvSpPr>
          <p:nvPr>
            <p:ph type="title"/>
          </p:nvPr>
        </p:nvSpPr>
        <p:spPr>
          <a:xfrm>
            <a:off x="230075" y="58625"/>
            <a:ext cx="2500500" cy="172200"/>
          </a:xfrm>
          <a:prstGeom prst="rect">
            <a:avLst/>
          </a:prstGeom>
        </p:spPr>
        <p:txBody>
          <a:bodyPr spcFirstLastPara="1" wrap="square" lIns="0" tIns="0" rIns="0" bIns="0" anchor="ctr" anchorCtr="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a:endParaRPr/>
          </a:p>
        </p:txBody>
      </p:sp>
      <p:sp>
        <p:nvSpPr>
          <p:cNvPr id="255" name="Google Shape;255;p22"/>
          <p:cNvSpPr txBox="1">
            <a:spLocks noGrp="1"/>
          </p:cNvSpPr>
          <p:nvPr>
            <p:ph type="title" idx="2"/>
          </p:nvPr>
        </p:nvSpPr>
        <p:spPr>
          <a:xfrm>
            <a:off x="6414875" y="58625"/>
            <a:ext cx="2500500" cy="172200"/>
          </a:xfrm>
          <a:prstGeom prst="rect">
            <a:avLst/>
          </a:prstGeom>
        </p:spPr>
        <p:txBody>
          <a:bodyPr spcFirstLastPara="1" wrap="square" lIns="0" tIns="0" rIns="0" bIns="0" anchor="ctr" anchorCtr="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a:endParaRPr/>
          </a:p>
        </p:txBody>
      </p:sp>
      <p:sp>
        <p:nvSpPr>
          <p:cNvPr id="256" name="Google Shape;256;p22"/>
          <p:cNvSpPr txBox="1">
            <a:spLocks noGrp="1"/>
          </p:cNvSpPr>
          <p:nvPr>
            <p:ph type="title" idx="3"/>
          </p:nvPr>
        </p:nvSpPr>
        <p:spPr>
          <a:xfrm>
            <a:off x="228600" y="457200"/>
            <a:ext cx="4160400" cy="464700"/>
          </a:xfrm>
          <a:prstGeom prst="rect">
            <a:avLst/>
          </a:prstGeom>
        </p:spPr>
        <p:txBody>
          <a:bodyPr spcFirstLastPara="1" wrap="square" lIns="0" tIns="0" rIns="0" bIns="0" anchor="t" anchorCtr="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a:endParaRPr/>
          </a:p>
        </p:txBody>
      </p:sp>
      <p:sp>
        <p:nvSpPr>
          <p:cNvPr id="257" name="Google Shape;257;p22"/>
          <p:cNvSpPr txBox="1">
            <a:spLocks noGrp="1"/>
          </p:cNvSpPr>
          <p:nvPr>
            <p:ph type="body" idx="1"/>
          </p:nvPr>
        </p:nvSpPr>
        <p:spPr>
          <a:xfrm>
            <a:off x="230075" y="990150"/>
            <a:ext cx="3612900" cy="3534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Jost"/>
              <a:buChar char="●"/>
              <a:defRPr sz="1000"/>
            </a:lvl1pPr>
            <a:lvl2pPr marL="914400" lvl="1" indent="-292100">
              <a:spcBef>
                <a:spcPts val="0"/>
              </a:spcBef>
              <a:spcAft>
                <a:spcPts val="0"/>
              </a:spcAft>
              <a:buClr>
                <a:schemeClr val="dk1"/>
              </a:buClr>
              <a:buSzPts val="1000"/>
              <a:buFont typeface="Jost"/>
              <a:buChar char="○"/>
              <a:defRPr sz="1000"/>
            </a:lvl2pPr>
            <a:lvl3pPr marL="1371600" lvl="2" indent="-292100">
              <a:spcBef>
                <a:spcPts val="0"/>
              </a:spcBef>
              <a:spcAft>
                <a:spcPts val="0"/>
              </a:spcAft>
              <a:buClr>
                <a:schemeClr val="dk1"/>
              </a:buClr>
              <a:buSzPts val="1000"/>
              <a:buFont typeface="Jost"/>
              <a:buChar char="■"/>
              <a:defRPr sz="1000"/>
            </a:lvl3pPr>
            <a:lvl4pPr marL="1828800" lvl="3" indent="-292100">
              <a:spcBef>
                <a:spcPts val="0"/>
              </a:spcBef>
              <a:spcAft>
                <a:spcPts val="0"/>
              </a:spcAft>
              <a:buClr>
                <a:schemeClr val="dk1"/>
              </a:buClr>
              <a:buSzPts val="1000"/>
              <a:buFont typeface="Jost"/>
              <a:buChar char="●"/>
              <a:defRPr sz="1000"/>
            </a:lvl4pPr>
            <a:lvl5pPr marL="2286000" lvl="4" indent="-292100">
              <a:spcBef>
                <a:spcPts val="0"/>
              </a:spcBef>
              <a:spcAft>
                <a:spcPts val="0"/>
              </a:spcAft>
              <a:buClr>
                <a:schemeClr val="dk1"/>
              </a:buClr>
              <a:buSzPts val="1000"/>
              <a:buFont typeface="Jost"/>
              <a:buChar char="○"/>
              <a:defRPr sz="1000"/>
            </a:lvl5pPr>
            <a:lvl6pPr marL="2743200" lvl="5" indent="-292100">
              <a:spcBef>
                <a:spcPts val="0"/>
              </a:spcBef>
              <a:spcAft>
                <a:spcPts val="0"/>
              </a:spcAft>
              <a:buClr>
                <a:schemeClr val="dk1"/>
              </a:buClr>
              <a:buSzPts val="1000"/>
              <a:buFont typeface="Jost"/>
              <a:buChar char="■"/>
              <a:defRPr sz="1000"/>
            </a:lvl6pPr>
            <a:lvl7pPr marL="3200400" lvl="6" indent="-292100">
              <a:spcBef>
                <a:spcPts val="0"/>
              </a:spcBef>
              <a:spcAft>
                <a:spcPts val="0"/>
              </a:spcAft>
              <a:buClr>
                <a:schemeClr val="dk1"/>
              </a:buClr>
              <a:buSzPts val="1000"/>
              <a:buFont typeface="Jost"/>
              <a:buChar char="●"/>
              <a:defRPr sz="1000"/>
            </a:lvl7pPr>
            <a:lvl8pPr marL="3657600" lvl="7" indent="-292100">
              <a:spcBef>
                <a:spcPts val="0"/>
              </a:spcBef>
              <a:spcAft>
                <a:spcPts val="0"/>
              </a:spcAft>
              <a:buClr>
                <a:schemeClr val="dk1"/>
              </a:buClr>
              <a:buSzPts val="1000"/>
              <a:buFont typeface="Jost"/>
              <a:buChar char="○"/>
              <a:defRPr sz="1000"/>
            </a:lvl8pPr>
            <a:lvl9pPr marL="4114800" lvl="8" indent="-292100">
              <a:spcBef>
                <a:spcPts val="0"/>
              </a:spcBef>
              <a:spcAft>
                <a:spcPts val="0"/>
              </a:spcAft>
              <a:buClr>
                <a:schemeClr val="dk1"/>
              </a:buClr>
              <a:buSzPts val="1000"/>
              <a:buFont typeface="Jost"/>
              <a:buChar char="■"/>
              <a:defRPr sz="1000"/>
            </a:lvl9pPr>
          </a:lstStyle>
          <a:p>
            <a:endParaRPr/>
          </a:p>
        </p:txBody>
      </p:sp>
      <p:sp>
        <p:nvSpPr>
          <p:cNvPr id="258" name="Google Shape;258;p22"/>
          <p:cNvSpPr txBox="1">
            <a:spLocks noGrp="1"/>
          </p:cNvSpPr>
          <p:nvPr>
            <p:ph type="subTitle" idx="4"/>
          </p:nvPr>
        </p:nvSpPr>
        <p:spPr>
          <a:xfrm>
            <a:off x="228600" y="4156375"/>
            <a:ext cx="1252800" cy="172200"/>
          </a:xfrm>
          <a:prstGeom prst="rect">
            <a:avLst/>
          </a:prstGeom>
        </p:spPr>
        <p:txBody>
          <a:bodyPr spcFirstLastPara="1" wrap="square" lIns="0" tIns="0" rIns="0" bIns="0" anchor="t" anchorCtr="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a:endParaRPr/>
          </a:p>
        </p:txBody>
      </p:sp>
      <p:sp>
        <p:nvSpPr>
          <p:cNvPr id="259" name="Google Shape;259;p22"/>
          <p:cNvSpPr txBox="1">
            <a:spLocks noGrp="1"/>
          </p:cNvSpPr>
          <p:nvPr>
            <p:ph type="subTitle" idx="5"/>
          </p:nvPr>
        </p:nvSpPr>
        <p:spPr>
          <a:xfrm>
            <a:off x="230075" y="3582936"/>
            <a:ext cx="1252800" cy="424800"/>
          </a:xfrm>
          <a:prstGeom prst="rect">
            <a:avLst/>
          </a:prstGeom>
        </p:spPr>
        <p:txBody>
          <a:bodyPr spcFirstLastPara="1" wrap="square" lIns="0" tIns="0" rIns="0" bIns="0" anchor="t" anchorCtr="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a:endParaRPr/>
          </a:p>
        </p:txBody>
      </p:sp>
      <p:sp>
        <p:nvSpPr>
          <p:cNvPr id="260" name="Google Shape;260;p22"/>
          <p:cNvSpPr txBox="1">
            <a:spLocks noGrp="1"/>
          </p:cNvSpPr>
          <p:nvPr>
            <p:ph type="subTitle" idx="6"/>
          </p:nvPr>
        </p:nvSpPr>
        <p:spPr>
          <a:xfrm>
            <a:off x="1983338" y="4156375"/>
            <a:ext cx="1252800" cy="172200"/>
          </a:xfrm>
          <a:prstGeom prst="rect">
            <a:avLst/>
          </a:prstGeom>
        </p:spPr>
        <p:txBody>
          <a:bodyPr spcFirstLastPara="1" wrap="square" lIns="0" tIns="0" rIns="0" bIns="0" anchor="t" anchorCtr="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a:endParaRPr/>
          </a:p>
        </p:txBody>
      </p:sp>
      <p:sp>
        <p:nvSpPr>
          <p:cNvPr id="261" name="Google Shape;261;p22"/>
          <p:cNvSpPr txBox="1">
            <a:spLocks noGrp="1"/>
          </p:cNvSpPr>
          <p:nvPr>
            <p:ph type="subTitle" idx="7"/>
          </p:nvPr>
        </p:nvSpPr>
        <p:spPr>
          <a:xfrm>
            <a:off x="1984813" y="3582936"/>
            <a:ext cx="1252800" cy="424800"/>
          </a:xfrm>
          <a:prstGeom prst="rect">
            <a:avLst/>
          </a:prstGeom>
        </p:spPr>
        <p:txBody>
          <a:bodyPr spcFirstLastPara="1" wrap="square" lIns="0" tIns="0" rIns="0" bIns="0" anchor="t" anchorCtr="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a:endParaRPr/>
          </a:p>
        </p:txBody>
      </p:sp>
      <p:sp>
        <p:nvSpPr>
          <p:cNvPr id="262" name="Google Shape;262;p22"/>
          <p:cNvSpPr txBox="1">
            <a:spLocks noGrp="1"/>
          </p:cNvSpPr>
          <p:nvPr>
            <p:ph type="subTitle" idx="8"/>
          </p:nvPr>
        </p:nvSpPr>
        <p:spPr>
          <a:xfrm>
            <a:off x="3739563" y="4156375"/>
            <a:ext cx="1252800" cy="172200"/>
          </a:xfrm>
          <a:prstGeom prst="rect">
            <a:avLst/>
          </a:prstGeom>
        </p:spPr>
        <p:txBody>
          <a:bodyPr spcFirstLastPara="1" wrap="square" lIns="0" tIns="0" rIns="0" bIns="0" anchor="t" anchorCtr="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a:endParaRPr/>
          </a:p>
        </p:txBody>
      </p:sp>
      <p:sp>
        <p:nvSpPr>
          <p:cNvPr id="263" name="Google Shape;263;p22"/>
          <p:cNvSpPr txBox="1">
            <a:spLocks noGrp="1"/>
          </p:cNvSpPr>
          <p:nvPr>
            <p:ph type="subTitle" idx="9"/>
          </p:nvPr>
        </p:nvSpPr>
        <p:spPr>
          <a:xfrm>
            <a:off x="3741038" y="3582936"/>
            <a:ext cx="1252800" cy="424800"/>
          </a:xfrm>
          <a:prstGeom prst="rect">
            <a:avLst/>
          </a:prstGeom>
        </p:spPr>
        <p:txBody>
          <a:bodyPr spcFirstLastPara="1" wrap="square" lIns="0" tIns="0" rIns="0" bIns="0" anchor="t" anchorCtr="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a:endParaRPr/>
          </a:p>
        </p:txBody>
      </p:sp>
      <p:sp>
        <p:nvSpPr>
          <p:cNvPr id="264" name="Google Shape;264;p22"/>
          <p:cNvSpPr txBox="1">
            <a:spLocks noGrp="1"/>
          </p:cNvSpPr>
          <p:nvPr>
            <p:ph type="subTitle" idx="13"/>
          </p:nvPr>
        </p:nvSpPr>
        <p:spPr>
          <a:xfrm>
            <a:off x="228600" y="3211175"/>
            <a:ext cx="3130200" cy="303900"/>
          </a:xfrm>
          <a:prstGeom prst="rect">
            <a:avLst/>
          </a:prstGeom>
        </p:spPr>
        <p:txBody>
          <a:bodyPr spcFirstLastPara="1" wrap="square" lIns="0" tIns="0" rIns="0" bIns="0" anchor="ctr" anchorCtr="0">
            <a:noAutofit/>
          </a:bodyPr>
          <a:lstStyle>
            <a:lvl1pPr lvl="0">
              <a:spcBef>
                <a:spcPts val="0"/>
              </a:spcBef>
              <a:spcAft>
                <a:spcPts val="0"/>
              </a:spcAft>
              <a:buNone/>
              <a:defRPr sz="1600"/>
            </a:lvl1pPr>
            <a:lvl2pPr lvl="1">
              <a:spcBef>
                <a:spcPts val="0"/>
              </a:spcBef>
              <a:spcAft>
                <a:spcPts val="0"/>
              </a:spcAft>
              <a:buNone/>
              <a:defRPr sz="1600"/>
            </a:lvl2pPr>
            <a:lvl3pPr lvl="2">
              <a:spcBef>
                <a:spcPts val="0"/>
              </a:spcBef>
              <a:spcAft>
                <a:spcPts val="0"/>
              </a:spcAft>
              <a:buNone/>
              <a:defRPr sz="1600"/>
            </a:lvl3pPr>
            <a:lvl4pPr lvl="3">
              <a:spcBef>
                <a:spcPts val="0"/>
              </a:spcBef>
              <a:spcAft>
                <a:spcPts val="0"/>
              </a:spcAft>
              <a:buNone/>
              <a:defRPr sz="1600"/>
            </a:lvl4pPr>
            <a:lvl5pPr lvl="4">
              <a:spcBef>
                <a:spcPts val="0"/>
              </a:spcBef>
              <a:spcAft>
                <a:spcPts val="0"/>
              </a:spcAft>
              <a:buNone/>
              <a:defRPr sz="1600"/>
            </a:lvl5pPr>
            <a:lvl6pPr lvl="5">
              <a:spcBef>
                <a:spcPts val="0"/>
              </a:spcBef>
              <a:spcAft>
                <a:spcPts val="0"/>
              </a:spcAft>
              <a:buNone/>
              <a:defRPr sz="1600"/>
            </a:lvl6pPr>
            <a:lvl7pPr lvl="6">
              <a:spcBef>
                <a:spcPts val="0"/>
              </a:spcBef>
              <a:spcAft>
                <a:spcPts val="0"/>
              </a:spcAft>
              <a:buNone/>
              <a:defRPr sz="1600"/>
            </a:lvl7pPr>
            <a:lvl8pPr lvl="7">
              <a:spcBef>
                <a:spcPts val="0"/>
              </a:spcBef>
              <a:spcAft>
                <a:spcPts val="0"/>
              </a:spcAft>
              <a:buNone/>
              <a:defRPr sz="1600"/>
            </a:lvl8pPr>
            <a:lvl9pPr lvl="8">
              <a:spcBef>
                <a:spcPts val="0"/>
              </a:spcBef>
              <a:spcAft>
                <a:spcPts val="0"/>
              </a:spcAft>
              <a:buNone/>
              <a:defRPr sz="1600"/>
            </a:lvl9pPr>
          </a:lstStyle>
          <a:p>
            <a:endParaRPr/>
          </a:p>
        </p:txBody>
      </p:sp>
      <p:sp>
        <p:nvSpPr>
          <p:cNvPr id="265" name="Google Shape;265;p22"/>
          <p:cNvSpPr txBox="1">
            <a:spLocks noGrp="1"/>
          </p:cNvSpPr>
          <p:nvPr>
            <p:ph type="subTitle" idx="14"/>
          </p:nvPr>
        </p:nvSpPr>
        <p:spPr>
          <a:xfrm>
            <a:off x="228600" y="2663863"/>
            <a:ext cx="1252800" cy="172200"/>
          </a:xfrm>
          <a:prstGeom prst="rect">
            <a:avLst/>
          </a:prstGeom>
        </p:spPr>
        <p:txBody>
          <a:bodyPr spcFirstLastPara="1" wrap="square" lIns="0" tIns="0" rIns="0" bIns="0" anchor="t" anchorCtr="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a:endParaRPr/>
          </a:p>
        </p:txBody>
      </p:sp>
      <p:sp>
        <p:nvSpPr>
          <p:cNvPr id="266" name="Google Shape;266;p22"/>
          <p:cNvSpPr txBox="1">
            <a:spLocks noGrp="1"/>
          </p:cNvSpPr>
          <p:nvPr>
            <p:ph type="subTitle" idx="15"/>
          </p:nvPr>
        </p:nvSpPr>
        <p:spPr>
          <a:xfrm>
            <a:off x="230075" y="2090424"/>
            <a:ext cx="1252800" cy="424800"/>
          </a:xfrm>
          <a:prstGeom prst="rect">
            <a:avLst/>
          </a:prstGeom>
        </p:spPr>
        <p:txBody>
          <a:bodyPr spcFirstLastPara="1" wrap="square" lIns="0" tIns="0" rIns="0" bIns="0" anchor="t" anchorCtr="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a:endParaRPr/>
          </a:p>
        </p:txBody>
      </p:sp>
      <p:sp>
        <p:nvSpPr>
          <p:cNvPr id="267" name="Google Shape;267;p22"/>
          <p:cNvSpPr txBox="1">
            <a:spLocks noGrp="1"/>
          </p:cNvSpPr>
          <p:nvPr>
            <p:ph type="subTitle" idx="16"/>
          </p:nvPr>
        </p:nvSpPr>
        <p:spPr>
          <a:xfrm>
            <a:off x="1983338" y="2663863"/>
            <a:ext cx="1252800" cy="172200"/>
          </a:xfrm>
          <a:prstGeom prst="rect">
            <a:avLst/>
          </a:prstGeom>
        </p:spPr>
        <p:txBody>
          <a:bodyPr spcFirstLastPara="1" wrap="square" lIns="0" tIns="0" rIns="0" bIns="0" anchor="t" anchorCtr="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a:endParaRPr/>
          </a:p>
        </p:txBody>
      </p:sp>
      <p:sp>
        <p:nvSpPr>
          <p:cNvPr id="268" name="Google Shape;268;p22"/>
          <p:cNvSpPr txBox="1">
            <a:spLocks noGrp="1"/>
          </p:cNvSpPr>
          <p:nvPr>
            <p:ph type="subTitle" idx="17"/>
          </p:nvPr>
        </p:nvSpPr>
        <p:spPr>
          <a:xfrm>
            <a:off x="1984813" y="2090424"/>
            <a:ext cx="1252800" cy="424800"/>
          </a:xfrm>
          <a:prstGeom prst="rect">
            <a:avLst/>
          </a:prstGeom>
        </p:spPr>
        <p:txBody>
          <a:bodyPr spcFirstLastPara="1" wrap="square" lIns="0" tIns="0" rIns="0" bIns="0" anchor="t" anchorCtr="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a:endParaRPr/>
          </a:p>
        </p:txBody>
      </p:sp>
      <p:sp>
        <p:nvSpPr>
          <p:cNvPr id="269" name="Google Shape;269;p22"/>
          <p:cNvSpPr txBox="1">
            <a:spLocks noGrp="1"/>
          </p:cNvSpPr>
          <p:nvPr>
            <p:ph type="subTitle" idx="18"/>
          </p:nvPr>
        </p:nvSpPr>
        <p:spPr>
          <a:xfrm>
            <a:off x="3739563" y="2663863"/>
            <a:ext cx="1252800" cy="172200"/>
          </a:xfrm>
          <a:prstGeom prst="rect">
            <a:avLst/>
          </a:prstGeom>
        </p:spPr>
        <p:txBody>
          <a:bodyPr spcFirstLastPara="1" wrap="square" lIns="0" tIns="0" rIns="0" bIns="0" anchor="t" anchorCtr="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a:endParaRPr/>
          </a:p>
        </p:txBody>
      </p:sp>
      <p:sp>
        <p:nvSpPr>
          <p:cNvPr id="270" name="Google Shape;270;p22"/>
          <p:cNvSpPr txBox="1">
            <a:spLocks noGrp="1"/>
          </p:cNvSpPr>
          <p:nvPr>
            <p:ph type="subTitle" idx="19"/>
          </p:nvPr>
        </p:nvSpPr>
        <p:spPr>
          <a:xfrm>
            <a:off x="3741038" y="2090424"/>
            <a:ext cx="1252800" cy="424800"/>
          </a:xfrm>
          <a:prstGeom prst="rect">
            <a:avLst/>
          </a:prstGeom>
        </p:spPr>
        <p:txBody>
          <a:bodyPr spcFirstLastPara="1" wrap="square" lIns="0" tIns="0" rIns="0" bIns="0" anchor="t" anchorCtr="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a:endParaRPr/>
          </a:p>
        </p:txBody>
      </p:sp>
      <p:sp>
        <p:nvSpPr>
          <p:cNvPr id="271" name="Google Shape;271;p22"/>
          <p:cNvSpPr txBox="1">
            <a:spLocks noGrp="1"/>
          </p:cNvSpPr>
          <p:nvPr>
            <p:ph type="subTitle" idx="20"/>
          </p:nvPr>
        </p:nvSpPr>
        <p:spPr>
          <a:xfrm>
            <a:off x="228600" y="1718663"/>
            <a:ext cx="3130200" cy="303900"/>
          </a:xfrm>
          <a:prstGeom prst="rect">
            <a:avLst/>
          </a:prstGeom>
        </p:spPr>
        <p:txBody>
          <a:bodyPr spcFirstLastPara="1" wrap="square" lIns="0" tIns="0" rIns="0" bIns="0" anchor="ctr" anchorCtr="0">
            <a:noAutofit/>
          </a:bodyPr>
          <a:lstStyle>
            <a:lvl1pPr lvl="0">
              <a:spcBef>
                <a:spcPts val="0"/>
              </a:spcBef>
              <a:spcAft>
                <a:spcPts val="0"/>
              </a:spcAft>
              <a:buNone/>
              <a:defRPr sz="1600"/>
            </a:lvl1pPr>
            <a:lvl2pPr lvl="1">
              <a:spcBef>
                <a:spcPts val="0"/>
              </a:spcBef>
              <a:spcAft>
                <a:spcPts val="0"/>
              </a:spcAft>
              <a:buNone/>
              <a:defRPr sz="1600"/>
            </a:lvl2pPr>
            <a:lvl3pPr lvl="2">
              <a:spcBef>
                <a:spcPts val="0"/>
              </a:spcBef>
              <a:spcAft>
                <a:spcPts val="0"/>
              </a:spcAft>
              <a:buNone/>
              <a:defRPr sz="1600"/>
            </a:lvl3pPr>
            <a:lvl4pPr lvl="3">
              <a:spcBef>
                <a:spcPts val="0"/>
              </a:spcBef>
              <a:spcAft>
                <a:spcPts val="0"/>
              </a:spcAft>
              <a:buNone/>
              <a:defRPr sz="1600"/>
            </a:lvl4pPr>
            <a:lvl5pPr lvl="4">
              <a:spcBef>
                <a:spcPts val="0"/>
              </a:spcBef>
              <a:spcAft>
                <a:spcPts val="0"/>
              </a:spcAft>
              <a:buNone/>
              <a:defRPr sz="1600"/>
            </a:lvl5pPr>
            <a:lvl6pPr lvl="5">
              <a:spcBef>
                <a:spcPts val="0"/>
              </a:spcBef>
              <a:spcAft>
                <a:spcPts val="0"/>
              </a:spcAft>
              <a:buNone/>
              <a:defRPr sz="1600"/>
            </a:lvl6pPr>
            <a:lvl7pPr lvl="6">
              <a:spcBef>
                <a:spcPts val="0"/>
              </a:spcBef>
              <a:spcAft>
                <a:spcPts val="0"/>
              </a:spcAft>
              <a:buNone/>
              <a:defRPr sz="1600"/>
            </a:lvl7pPr>
            <a:lvl8pPr lvl="7">
              <a:spcBef>
                <a:spcPts val="0"/>
              </a:spcBef>
              <a:spcAft>
                <a:spcPts val="0"/>
              </a:spcAft>
              <a:buNone/>
              <a:defRPr sz="1600"/>
            </a:lvl8pPr>
            <a:lvl9pPr lvl="8">
              <a:spcBef>
                <a:spcPts val="0"/>
              </a:spcBef>
              <a:spcAft>
                <a:spcPts val="0"/>
              </a:spcAft>
              <a:buNone/>
              <a:defRPr sz="1600"/>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meline - Alt 1">
  <p:cSld name="CUSTOM_8_1_1_1_1_1_1_1_1_1_1_1_1_1_1_1_1_1_1_1_1_1_1_1_1_1_1_1_1_1_1_1_1_1_1_1">
    <p:spTree>
      <p:nvGrpSpPr>
        <p:cNvPr id="1" name="Shape 272"/>
        <p:cNvGrpSpPr/>
        <p:nvPr/>
      </p:nvGrpSpPr>
      <p:grpSpPr>
        <a:xfrm>
          <a:off x="0" y="0"/>
          <a:ext cx="0" cy="0"/>
          <a:chOff x="0" y="0"/>
          <a:chExt cx="0" cy="0"/>
        </a:xfrm>
      </p:grpSpPr>
      <p:sp>
        <p:nvSpPr>
          <p:cNvPr id="273" name="Google Shape;273;p23"/>
          <p:cNvSpPr txBox="1">
            <a:spLocks noGrp="1"/>
          </p:cNvSpPr>
          <p:nvPr>
            <p:ph type="title"/>
          </p:nvPr>
        </p:nvSpPr>
        <p:spPr>
          <a:xfrm>
            <a:off x="230075" y="58625"/>
            <a:ext cx="2500500" cy="172200"/>
          </a:xfrm>
          <a:prstGeom prst="rect">
            <a:avLst/>
          </a:prstGeom>
        </p:spPr>
        <p:txBody>
          <a:bodyPr spcFirstLastPara="1" wrap="square" lIns="0" tIns="0" rIns="0" bIns="0" anchor="ctr" anchorCtr="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a:endParaRPr/>
          </a:p>
        </p:txBody>
      </p:sp>
      <p:sp>
        <p:nvSpPr>
          <p:cNvPr id="274" name="Google Shape;274;p23"/>
          <p:cNvSpPr txBox="1">
            <a:spLocks noGrp="1"/>
          </p:cNvSpPr>
          <p:nvPr>
            <p:ph type="title" idx="2"/>
          </p:nvPr>
        </p:nvSpPr>
        <p:spPr>
          <a:xfrm>
            <a:off x="6414875" y="58625"/>
            <a:ext cx="2500500" cy="172200"/>
          </a:xfrm>
          <a:prstGeom prst="rect">
            <a:avLst/>
          </a:prstGeom>
        </p:spPr>
        <p:txBody>
          <a:bodyPr spcFirstLastPara="1" wrap="square" lIns="0" tIns="0" rIns="0" bIns="0" anchor="ctr" anchorCtr="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a:endParaRPr/>
          </a:p>
        </p:txBody>
      </p:sp>
      <p:sp>
        <p:nvSpPr>
          <p:cNvPr id="275" name="Google Shape;275;p23"/>
          <p:cNvSpPr txBox="1">
            <a:spLocks noGrp="1"/>
          </p:cNvSpPr>
          <p:nvPr>
            <p:ph type="title" idx="3"/>
          </p:nvPr>
        </p:nvSpPr>
        <p:spPr>
          <a:xfrm>
            <a:off x="228600" y="457200"/>
            <a:ext cx="4160400" cy="464700"/>
          </a:xfrm>
          <a:prstGeom prst="rect">
            <a:avLst/>
          </a:prstGeom>
        </p:spPr>
        <p:txBody>
          <a:bodyPr spcFirstLastPara="1" wrap="square" lIns="0" tIns="0" rIns="0" bIns="0" anchor="t" anchorCtr="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a:endParaRPr/>
          </a:p>
        </p:txBody>
      </p:sp>
      <p:sp>
        <p:nvSpPr>
          <p:cNvPr id="276" name="Google Shape;276;p23"/>
          <p:cNvSpPr txBox="1">
            <a:spLocks noGrp="1"/>
          </p:cNvSpPr>
          <p:nvPr>
            <p:ph type="subTitle" idx="1"/>
          </p:nvPr>
        </p:nvSpPr>
        <p:spPr>
          <a:xfrm>
            <a:off x="228600" y="792994"/>
            <a:ext cx="3130200" cy="172200"/>
          </a:xfrm>
          <a:prstGeom prst="rect">
            <a:avLst/>
          </a:prstGeom>
        </p:spPr>
        <p:txBody>
          <a:bodyPr spcFirstLastPara="1" wrap="square" lIns="0" tIns="0" rIns="0" bIns="0" anchor="t" anchorCtr="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a:endParaRPr/>
          </a:p>
        </p:txBody>
      </p:sp>
      <p:sp>
        <p:nvSpPr>
          <p:cNvPr id="277" name="Google Shape;277;p23"/>
          <p:cNvSpPr txBox="1">
            <a:spLocks noGrp="1"/>
          </p:cNvSpPr>
          <p:nvPr>
            <p:ph type="subTitle" idx="4"/>
          </p:nvPr>
        </p:nvSpPr>
        <p:spPr>
          <a:xfrm>
            <a:off x="419070" y="2462250"/>
            <a:ext cx="1693800" cy="219000"/>
          </a:xfrm>
          <a:prstGeom prst="rect">
            <a:avLst/>
          </a:prstGeom>
        </p:spPr>
        <p:txBody>
          <a:bodyPr spcFirstLastPara="1" wrap="square" lIns="0" tIns="0" rIns="0" bIns="0" anchor="t" anchorCtr="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a:endParaRPr/>
          </a:p>
        </p:txBody>
      </p:sp>
      <p:sp>
        <p:nvSpPr>
          <p:cNvPr id="278" name="Google Shape;278;p23"/>
          <p:cNvSpPr txBox="1">
            <a:spLocks noGrp="1"/>
          </p:cNvSpPr>
          <p:nvPr>
            <p:ph type="subTitle" idx="5"/>
          </p:nvPr>
        </p:nvSpPr>
        <p:spPr>
          <a:xfrm>
            <a:off x="419075" y="2708625"/>
            <a:ext cx="1550700" cy="126300"/>
          </a:xfrm>
          <a:prstGeom prst="rect">
            <a:avLst/>
          </a:prstGeom>
        </p:spPr>
        <p:txBody>
          <a:bodyPr spcFirstLastPara="1" wrap="square" lIns="0" tIns="0" rIns="0" bIns="0" anchor="t" anchorCtr="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a:endParaRPr/>
          </a:p>
        </p:txBody>
      </p:sp>
      <p:sp>
        <p:nvSpPr>
          <p:cNvPr id="279" name="Google Shape;279;p23"/>
          <p:cNvSpPr txBox="1">
            <a:spLocks noGrp="1"/>
          </p:cNvSpPr>
          <p:nvPr>
            <p:ph type="subTitle" idx="6"/>
          </p:nvPr>
        </p:nvSpPr>
        <p:spPr>
          <a:xfrm>
            <a:off x="419076" y="4077075"/>
            <a:ext cx="1693800" cy="219000"/>
          </a:xfrm>
          <a:prstGeom prst="rect">
            <a:avLst/>
          </a:prstGeom>
        </p:spPr>
        <p:txBody>
          <a:bodyPr spcFirstLastPara="1" wrap="square" lIns="0" tIns="0" rIns="0" bIns="0" anchor="b" anchorCtr="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a:endParaRPr/>
          </a:p>
        </p:txBody>
      </p:sp>
      <p:sp>
        <p:nvSpPr>
          <p:cNvPr id="280" name="Google Shape;280;p23"/>
          <p:cNvSpPr txBox="1">
            <a:spLocks noGrp="1"/>
          </p:cNvSpPr>
          <p:nvPr>
            <p:ph type="subTitle" idx="7"/>
          </p:nvPr>
        </p:nvSpPr>
        <p:spPr>
          <a:xfrm>
            <a:off x="2624407" y="2462250"/>
            <a:ext cx="1693800" cy="219000"/>
          </a:xfrm>
          <a:prstGeom prst="rect">
            <a:avLst/>
          </a:prstGeom>
        </p:spPr>
        <p:txBody>
          <a:bodyPr spcFirstLastPara="1" wrap="square" lIns="0" tIns="0" rIns="0" bIns="0" anchor="t" anchorCtr="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a:endParaRPr/>
          </a:p>
        </p:txBody>
      </p:sp>
      <p:sp>
        <p:nvSpPr>
          <p:cNvPr id="281" name="Google Shape;281;p23"/>
          <p:cNvSpPr txBox="1">
            <a:spLocks noGrp="1"/>
          </p:cNvSpPr>
          <p:nvPr>
            <p:ph type="subTitle" idx="8"/>
          </p:nvPr>
        </p:nvSpPr>
        <p:spPr>
          <a:xfrm>
            <a:off x="2624413" y="2708625"/>
            <a:ext cx="1550700" cy="126300"/>
          </a:xfrm>
          <a:prstGeom prst="rect">
            <a:avLst/>
          </a:prstGeom>
        </p:spPr>
        <p:txBody>
          <a:bodyPr spcFirstLastPara="1" wrap="square" lIns="0" tIns="0" rIns="0" bIns="0" anchor="t" anchorCtr="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a:endParaRPr/>
          </a:p>
        </p:txBody>
      </p:sp>
      <p:sp>
        <p:nvSpPr>
          <p:cNvPr id="282" name="Google Shape;282;p23"/>
          <p:cNvSpPr txBox="1">
            <a:spLocks noGrp="1"/>
          </p:cNvSpPr>
          <p:nvPr>
            <p:ph type="subTitle" idx="9"/>
          </p:nvPr>
        </p:nvSpPr>
        <p:spPr>
          <a:xfrm>
            <a:off x="2624413" y="4077075"/>
            <a:ext cx="1693800" cy="219000"/>
          </a:xfrm>
          <a:prstGeom prst="rect">
            <a:avLst/>
          </a:prstGeom>
        </p:spPr>
        <p:txBody>
          <a:bodyPr spcFirstLastPara="1" wrap="square" lIns="0" tIns="0" rIns="0" bIns="0" anchor="b" anchorCtr="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a:endParaRPr/>
          </a:p>
        </p:txBody>
      </p:sp>
      <p:sp>
        <p:nvSpPr>
          <p:cNvPr id="283" name="Google Shape;283;p23"/>
          <p:cNvSpPr txBox="1">
            <a:spLocks noGrp="1"/>
          </p:cNvSpPr>
          <p:nvPr>
            <p:ph type="subTitle" idx="13"/>
          </p:nvPr>
        </p:nvSpPr>
        <p:spPr>
          <a:xfrm>
            <a:off x="4815495" y="2462250"/>
            <a:ext cx="1693800" cy="219000"/>
          </a:xfrm>
          <a:prstGeom prst="rect">
            <a:avLst/>
          </a:prstGeom>
        </p:spPr>
        <p:txBody>
          <a:bodyPr spcFirstLastPara="1" wrap="square" lIns="0" tIns="0" rIns="0" bIns="0" anchor="t" anchorCtr="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a:endParaRPr/>
          </a:p>
        </p:txBody>
      </p:sp>
      <p:sp>
        <p:nvSpPr>
          <p:cNvPr id="284" name="Google Shape;284;p23"/>
          <p:cNvSpPr txBox="1">
            <a:spLocks noGrp="1"/>
          </p:cNvSpPr>
          <p:nvPr>
            <p:ph type="subTitle" idx="14"/>
          </p:nvPr>
        </p:nvSpPr>
        <p:spPr>
          <a:xfrm>
            <a:off x="4815500" y="2708625"/>
            <a:ext cx="1550700" cy="126300"/>
          </a:xfrm>
          <a:prstGeom prst="rect">
            <a:avLst/>
          </a:prstGeom>
        </p:spPr>
        <p:txBody>
          <a:bodyPr spcFirstLastPara="1" wrap="square" lIns="0" tIns="0" rIns="0" bIns="0" anchor="t" anchorCtr="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a:endParaRPr/>
          </a:p>
        </p:txBody>
      </p:sp>
      <p:sp>
        <p:nvSpPr>
          <p:cNvPr id="285" name="Google Shape;285;p23"/>
          <p:cNvSpPr txBox="1">
            <a:spLocks noGrp="1"/>
          </p:cNvSpPr>
          <p:nvPr>
            <p:ph type="subTitle" idx="15"/>
          </p:nvPr>
        </p:nvSpPr>
        <p:spPr>
          <a:xfrm>
            <a:off x="4815501" y="4077075"/>
            <a:ext cx="1693800" cy="219000"/>
          </a:xfrm>
          <a:prstGeom prst="rect">
            <a:avLst/>
          </a:prstGeom>
        </p:spPr>
        <p:txBody>
          <a:bodyPr spcFirstLastPara="1" wrap="square" lIns="0" tIns="0" rIns="0" bIns="0" anchor="b" anchorCtr="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a:endParaRPr/>
          </a:p>
        </p:txBody>
      </p:sp>
      <p:sp>
        <p:nvSpPr>
          <p:cNvPr id="286" name="Google Shape;286;p23"/>
          <p:cNvSpPr txBox="1">
            <a:spLocks noGrp="1"/>
          </p:cNvSpPr>
          <p:nvPr>
            <p:ph type="subTitle" idx="16"/>
          </p:nvPr>
        </p:nvSpPr>
        <p:spPr>
          <a:xfrm>
            <a:off x="7006607" y="2462250"/>
            <a:ext cx="1693800" cy="219000"/>
          </a:xfrm>
          <a:prstGeom prst="rect">
            <a:avLst/>
          </a:prstGeom>
        </p:spPr>
        <p:txBody>
          <a:bodyPr spcFirstLastPara="1" wrap="square" lIns="0" tIns="0" rIns="0" bIns="0" anchor="t" anchorCtr="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a:endParaRPr/>
          </a:p>
        </p:txBody>
      </p:sp>
      <p:sp>
        <p:nvSpPr>
          <p:cNvPr id="287" name="Google Shape;287;p23"/>
          <p:cNvSpPr txBox="1">
            <a:spLocks noGrp="1"/>
          </p:cNvSpPr>
          <p:nvPr>
            <p:ph type="subTitle" idx="17"/>
          </p:nvPr>
        </p:nvSpPr>
        <p:spPr>
          <a:xfrm>
            <a:off x="7006613" y="2708625"/>
            <a:ext cx="1550700" cy="126300"/>
          </a:xfrm>
          <a:prstGeom prst="rect">
            <a:avLst/>
          </a:prstGeom>
        </p:spPr>
        <p:txBody>
          <a:bodyPr spcFirstLastPara="1" wrap="square" lIns="0" tIns="0" rIns="0" bIns="0" anchor="t" anchorCtr="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a:endParaRPr/>
          </a:p>
        </p:txBody>
      </p:sp>
      <p:sp>
        <p:nvSpPr>
          <p:cNvPr id="288" name="Google Shape;288;p23"/>
          <p:cNvSpPr txBox="1">
            <a:spLocks noGrp="1"/>
          </p:cNvSpPr>
          <p:nvPr>
            <p:ph type="subTitle" idx="18"/>
          </p:nvPr>
        </p:nvSpPr>
        <p:spPr>
          <a:xfrm>
            <a:off x="7006613" y="4077075"/>
            <a:ext cx="1693800" cy="219000"/>
          </a:xfrm>
          <a:prstGeom prst="rect">
            <a:avLst/>
          </a:prstGeom>
        </p:spPr>
        <p:txBody>
          <a:bodyPr spcFirstLastPara="1" wrap="square" lIns="0" tIns="0" rIns="0" bIns="0" anchor="b" anchorCtr="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Metrics display 2">
  <p:cSld name="CUSTOM_8_1_1_1_1_1_1_1_1_1_1_1_1_1_1_1_1_1_1_1_1_1_1_1_1_1_1_1_1_1_1_1_1_1_1_2">
    <p:spTree>
      <p:nvGrpSpPr>
        <p:cNvPr id="1" name="Shape 289"/>
        <p:cNvGrpSpPr/>
        <p:nvPr/>
      </p:nvGrpSpPr>
      <p:grpSpPr>
        <a:xfrm>
          <a:off x="0" y="0"/>
          <a:ext cx="0" cy="0"/>
          <a:chOff x="0" y="0"/>
          <a:chExt cx="0" cy="0"/>
        </a:xfrm>
      </p:grpSpPr>
      <p:sp>
        <p:nvSpPr>
          <p:cNvPr id="290" name="Google Shape;290;p24"/>
          <p:cNvSpPr/>
          <p:nvPr/>
        </p:nvSpPr>
        <p:spPr>
          <a:xfrm rot="-5400000">
            <a:off x="0" y="816600"/>
            <a:ext cx="4326900" cy="4326900"/>
          </a:xfrm>
          <a:prstGeom prst="rect">
            <a:avLst/>
          </a:prstGeom>
          <a:gradFill>
            <a:gsLst>
              <a:gs pos="0">
                <a:schemeClr val="lt2"/>
              </a:gs>
              <a:gs pos="72000">
                <a:schemeClr val="lt1"/>
              </a:gs>
              <a:gs pos="100000">
                <a:schemeClr val="lt1"/>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Figtree"/>
              <a:ea typeface="Figtree"/>
              <a:cs typeface="Figtree"/>
              <a:sym typeface="Figtree"/>
            </a:endParaRPr>
          </a:p>
        </p:txBody>
      </p:sp>
      <p:sp>
        <p:nvSpPr>
          <p:cNvPr id="291" name="Google Shape;291;p24"/>
          <p:cNvSpPr/>
          <p:nvPr/>
        </p:nvSpPr>
        <p:spPr>
          <a:xfrm rot="5400000">
            <a:off x="4817100" y="0"/>
            <a:ext cx="4326900" cy="4326900"/>
          </a:xfrm>
          <a:prstGeom prst="rect">
            <a:avLst/>
          </a:prstGeom>
          <a:gradFill>
            <a:gsLst>
              <a:gs pos="0">
                <a:schemeClr val="accent5"/>
              </a:gs>
              <a:gs pos="72000">
                <a:schemeClr val="lt1"/>
              </a:gs>
              <a:gs pos="100000">
                <a:schemeClr val="lt1"/>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Figtree"/>
              <a:ea typeface="Figtree"/>
              <a:cs typeface="Figtree"/>
              <a:sym typeface="Figtree"/>
            </a:endParaRPr>
          </a:p>
        </p:txBody>
      </p:sp>
      <p:sp>
        <p:nvSpPr>
          <p:cNvPr id="292" name="Google Shape;292;p24"/>
          <p:cNvSpPr txBox="1">
            <a:spLocks noGrp="1"/>
          </p:cNvSpPr>
          <p:nvPr>
            <p:ph type="title"/>
          </p:nvPr>
        </p:nvSpPr>
        <p:spPr>
          <a:xfrm>
            <a:off x="230075" y="58625"/>
            <a:ext cx="2500500" cy="172200"/>
          </a:xfrm>
          <a:prstGeom prst="rect">
            <a:avLst/>
          </a:prstGeom>
        </p:spPr>
        <p:txBody>
          <a:bodyPr spcFirstLastPara="1" wrap="square" lIns="0" tIns="0" rIns="0" bIns="0" anchor="ctr" anchorCtr="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a:endParaRPr/>
          </a:p>
        </p:txBody>
      </p:sp>
      <p:sp>
        <p:nvSpPr>
          <p:cNvPr id="293" name="Google Shape;293;p24"/>
          <p:cNvSpPr txBox="1">
            <a:spLocks noGrp="1"/>
          </p:cNvSpPr>
          <p:nvPr>
            <p:ph type="title" idx="2"/>
          </p:nvPr>
        </p:nvSpPr>
        <p:spPr>
          <a:xfrm>
            <a:off x="6414875" y="58625"/>
            <a:ext cx="2500500" cy="172200"/>
          </a:xfrm>
          <a:prstGeom prst="rect">
            <a:avLst/>
          </a:prstGeom>
        </p:spPr>
        <p:txBody>
          <a:bodyPr spcFirstLastPara="1" wrap="square" lIns="0" tIns="0" rIns="0" bIns="0" anchor="ctr" anchorCtr="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a:endParaRPr/>
          </a:p>
        </p:txBody>
      </p:sp>
      <p:sp>
        <p:nvSpPr>
          <p:cNvPr id="294" name="Google Shape;294;p24"/>
          <p:cNvSpPr txBox="1">
            <a:spLocks noGrp="1"/>
          </p:cNvSpPr>
          <p:nvPr>
            <p:ph type="title" idx="3"/>
          </p:nvPr>
        </p:nvSpPr>
        <p:spPr>
          <a:xfrm>
            <a:off x="228600" y="457200"/>
            <a:ext cx="4160400" cy="464700"/>
          </a:xfrm>
          <a:prstGeom prst="rect">
            <a:avLst/>
          </a:prstGeom>
        </p:spPr>
        <p:txBody>
          <a:bodyPr spcFirstLastPara="1" wrap="square" lIns="0" tIns="0" rIns="0" bIns="0" anchor="t" anchorCtr="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a:endParaRPr/>
          </a:p>
        </p:txBody>
      </p:sp>
      <p:sp>
        <p:nvSpPr>
          <p:cNvPr id="295" name="Google Shape;295;p24"/>
          <p:cNvSpPr txBox="1">
            <a:spLocks noGrp="1"/>
          </p:cNvSpPr>
          <p:nvPr>
            <p:ph type="subTitle" idx="1"/>
          </p:nvPr>
        </p:nvSpPr>
        <p:spPr>
          <a:xfrm>
            <a:off x="3238050" y="1804700"/>
            <a:ext cx="2667900" cy="533100"/>
          </a:xfrm>
          <a:prstGeom prst="rect">
            <a:avLst/>
          </a:prstGeom>
        </p:spPr>
        <p:txBody>
          <a:bodyPr spcFirstLastPara="1" wrap="square" lIns="0" tIns="0" rIns="0" bIns="0" anchor="ctr" anchorCtr="0">
            <a:noAutofit/>
          </a:bodyPr>
          <a:lstStyle>
            <a:lvl1pPr lvl="0" algn="ctr">
              <a:lnSpc>
                <a:spcPct val="95000"/>
              </a:lnSpc>
              <a:spcBef>
                <a:spcPts val="0"/>
              </a:spcBef>
              <a:spcAft>
                <a:spcPts val="0"/>
              </a:spcAft>
              <a:buNone/>
              <a:defRPr/>
            </a:lvl1pPr>
            <a:lvl2pPr lvl="1" algn="ctr">
              <a:lnSpc>
                <a:spcPct val="95000"/>
              </a:lnSpc>
              <a:spcBef>
                <a:spcPts val="0"/>
              </a:spcBef>
              <a:spcAft>
                <a:spcPts val="0"/>
              </a:spcAft>
              <a:buNone/>
              <a:defRPr/>
            </a:lvl2pPr>
            <a:lvl3pPr lvl="2" algn="ctr">
              <a:lnSpc>
                <a:spcPct val="95000"/>
              </a:lnSpc>
              <a:spcBef>
                <a:spcPts val="0"/>
              </a:spcBef>
              <a:spcAft>
                <a:spcPts val="0"/>
              </a:spcAft>
              <a:buNone/>
              <a:defRPr/>
            </a:lvl3pPr>
            <a:lvl4pPr lvl="3" algn="ctr">
              <a:lnSpc>
                <a:spcPct val="95000"/>
              </a:lnSpc>
              <a:spcBef>
                <a:spcPts val="0"/>
              </a:spcBef>
              <a:spcAft>
                <a:spcPts val="0"/>
              </a:spcAft>
              <a:buNone/>
              <a:defRPr/>
            </a:lvl4pPr>
            <a:lvl5pPr lvl="4" algn="ctr">
              <a:lnSpc>
                <a:spcPct val="95000"/>
              </a:lnSpc>
              <a:spcBef>
                <a:spcPts val="0"/>
              </a:spcBef>
              <a:spcAft>
                <a:spcPts val="0"/>
              </a:spcAft>
              <a:buNone/>
              <a:defRPr/>
            </a:lvl5pPr>
            <a:lvl6pPr lvl="5" algn="ctr">
              <a:lnSpc>
                <a:spcPct val="95000"/>
              </a:lnSpc>
              <a:spcBef>
                <a:spcPts val="0"/>
              </a:spcBef>
              <a:spcAft>
                <a:spcPts val="0"/>
              </a:spcAft>
              <a:buNone/>
              <a:defRPr/>
            </a:lvl6pPr>
            <a:lvl7pPr lvl="6" algn="ctr">
              <a:lnSpc>
                <a:spcPct val="95000"/>
              </a:lnSpc>
              <a:spcBef>
                <a:spcPts val="0"/>
              </a:spcBef>
              <a:spcAft>
                <a:spcPts val="0"/>
              </a:spcAft>
              <a:buNone/>
              <a:defRPr/>
            </a:lvl7pPr>
            <a:lvl8pPr lvl="7" algn="ctr">
              <a:lnSpc>
                <a:spcPct val="95000"/>
              </a:lnSpc>
              <a:spcBef>
                <a:spcPts val="0"/>
              </a:spcBef>
              <a:spcAft>
                <a:spcPts val="0"/>
              </a:spcAft>
              <a:buNone/>
              <a:defRPr/>
            </a:lvl8pPr>
            <a:lvl9pPr lvl="8" algn="ctr">
              <a:lnSpc>
                <a:spcPct val="95000"/>
              </a:lnSpc>
              <a:spcBef>
                <a:spcPts val="0"/>
              </a:spcBef>
              <a:spcAft>
                <a:spcPts val="0"/>
              </a:spcAft>
              <a:buNone/>
              <a:defRPr/>
            </a:lvl9pPr>
          </a:lstStyle>
          <a:p>
            <a:endParaRPr/>
          </a:p>
        </p:txBody>
      </p:sp>
      <p:sp>
        <p:nvSpPr>
          <p:cNvPr id="296" name="Google Shape;296;p24"/>
          <p:cNvSpPr txBox="1">
            <a:spLocks noGrp="1"/>
          </p:cNvSpPr>
          <p:nvPr>
            <p:ph type="subTitle" idx="4"/>
          </p:nvPr>
        </p:nvSpPr>
        <p:spPr>
          <a:xfrm>
            <a:off x="4056600" y="2688550"/>
            <a:ext cx="1124700" cy="533100"/>
          </a:xfrm>
          <a:prstGeom prst="rect">
            <a:avLst/>
          </a:prstGeom>
        </p:spPr>
        <p:txBody>
          <a:bodyPr spcFirstLastPara="1" wrap="square" lIns="0" tIns="0" rIns="0" bIns="0" anchor="ctr" anchorCtr="0">
            <a:noAutofit/>
          </a:bodyPr>
          <a:lstStyle>
            <a:lvl1pPr lvl="0" algn="ctr">
              <a:lnSpc>
                <a:spcPct val="95000"/>
              </a:lnSpc>
              <a:spcBef>
                <a:spcPts val="0"/>
              </a:spcBef>
              <a:spcAft>
                <a:spcPts val="0"/>
              </a:spcAft>
              <a:buNone/>
              <a:defRPr sz="3000">
                <a:solidFill>
                  <a:schemeClr val="dk2"/>
                </a:solidFill>
              </a:defRPr>
            </a:lvl1pPr>
            <a:lvl2pPr lvl="1" algn="ctr">
              <a:lnSpc>
                <a:spcPct val="95000"/>
              </a:lnSpc>
              <a:spcBef>
                <a:spcPts val="0"/>
              </a:spcBef>
              <a:spcAft>
                <a:spcPts val="0"/>
              </a:spcAft>
              <a:buNone/>
              <a:defRPr sz="3000">
                <a:solidFill>
                  <a:schemeClr val="dk2"/>
                </a:solidFill>
              </a:defRPr>
            </a:lvl2pPr>
            <a:lvl3pPr lvl="2" algn="ctr">
              <a:lnSpc>
                <a:spcPct val="95000"/>
              </a:lnSpc>
              <a:spcBef>
                <a:spcPts val="0"/>
              </a:spcBef>
              <a:spcAft>
                <a:spcPts val="0"/>
              </a:spcAft>
              <a:buNone/>
              <a:defRPr sz="3000">
                <a:solidFill>
                  <a:schemeClr val="dk2"/>
                </a:solidFill>
              </a:defRPr>
            </a:lvl3pPr>
            <a:lvl4pPr lvl="3" algn="ctr">
              <a:lnSpc>
                <a:spcPct val="95000"/>
              </a:lnSpc>
              <a:spcBef>
                <a:spcPts val="0"/>
              </a:spcBef>
              <a:spcAft>
                <a:spcPts val="0"/>
              </a:spcAft>
              <a:buNone/>
              <a:defRPr sz="3000">
                <a:solidFill>
                  <a:schemeClr val="dk2"/>
                </a:solidFill>
              </a:defRPr>
            </a:lvl4pPr>
            <a:lvl5pPr lvl="4" algn="ctr">
              <a:lnSpc>
                <a:spcPct val="95000"/>
              </a:lnSpc>
              <a:spcBef>
                <a:spcPts val="0"/>
              </a:spcBef>
              <a:spcAft>
                <a:spcPts val="0"/>
              </a:spcAft>
              <a:buNone/>
              <a:defRPr sz="3000">
                <a:solidFill>
                  <a:schemeClr val="dk2"/>
                </a:solidFill>
              </a:defRPr>
            </a:lvl5pPr>
            <a:lvl6pPr lvl="5" algn="ctr">
              <a:lnSpc>
                <a:spcPct val="95000"/>
              </a:lnSpc>
              <a:spcBef>
                <a:spcPts val="0"/>
              </a:spcBef>
              <a:spcAft>
                <a:spcPts val="0"/>
              </a:spcAft>
              <a:buNone/>
              <a:defRPr sz="3000">
                <a:solidFill>
                  <a:schemeClr val="dk2"/>
                </a:solidFill>
              </a:defRPr>
            </a:lvl6pPr>
            <a:lvl7pPr lvl="6" algn="ctr">
              <a:lnSpc>
                <a:spcPct val="95000"/>
              </a:lnSpc>
              <a:spcBef>
                <a:spcPts val="0"/>
              </a:spcBef>
              <a:spcAft>
                <a:spcPts val="0"/>
              </a:spcAft>
              <a:buNone/>
              <a:defRPr sz="3000">
                <a:solidFill>
                  <a:schemeClr val="dk2"/>
                </a:solidFill>
              </a:defRPr>
            </a:lvl7pPr>
            <a:lvl8pPr lvl="7" algn="ctr">
              <a:lnSpc>
                <a:spcPct val="95000"/>
              </a:lnSpc>
              <a:spcBef>
                <a:spcPts val="0"/>
              </a:spcBef>
              <a:spcAft>
                <a:spcPts val="0"/>
              </a:spcAft>
              <a:buNone/>
              <a:defRPr sz="3000">
                <a:solidFill>
                  <a:schemeClr val="dk2"/>
                </a:solidFill>
              </a:defRPr>
            </a:lvl8pPr>
            <a:lvl9pPr lvl="8" algn="ctr">
              <a:lnSpc>
                <a:spcPct val="95000"/>
              </a:lnSpc>
              <a:spcBef>
                <a:spcPts val="0"/>
              </a:spcBef>
              <a:spcAft>
                <a:spcPts val="0"/>
              </a:spcAft>
              <a:buNone/>
              <a:defRPr sz="3000">
                <a:solidFill>
                  <a:schemeClr val="dk2"/>
                </a:solidFill>
              </a:defRPr>
            </a:lvl9pPr>
          </a:lstStyle>
          <a:p>
            <a:endParaRPr/>
          </a:p>
        </p:txBody>
      </p:sp>
      <p:sp>
        <p:nvSpPr>
          <p:cNvPr id="297" name="Google Shape;297;p24"/>
          <p:cNvSpPr txBox="1">
            <a:spLocks noGrp="1"/>
          </p:cNvSpPr>
          <p:nvPr>
            <p:ph type="subTitle" idx="5"/>
          </p:nvPr>
        </p:nvSpPr>
        <p:spPr>
          <a:xfrm>
            <a:off x="3457950" y="2233425"/>
            <a:ext cx="2228100" cy="533100"/>
          </a:xfrm>
          <a:prstGeom prst="rect">
            <a:avLst/>
          </a:prstGeom>
        </p:spPr>
        <p:txBody>
          <a:bodyPr spcFirstLastPara="1" wrap="square" lIns="0" tIns="0" rIns="0" bIns="0" anchor="ctr" anchorCtr="0">
            <a:noAutofit/>
          </a:bodyPr>
          <a:lstStyle>
            <a:lvl1pPr lvl="0" algn="ctr">
              <a:lnSpc>
                <a:spcPct val="95000"/>
              </a:lnSpc>
              <a:spcBef>
                <a:spcPts val="0"/>
              </a:spcBef>
              <a:spcAft>
                <a:spcPts val="0"/>
              </a:spcAft>
              <a:buNone/>
              <a:defRPr sz="1000"/>
            </a:lvl1pPr>
            <a:lvl2pPr lvl="1" algn="ctr">
              <a:lnSpc>
                <a:spcPct val="95000"/>
              </a:lnSpc>
              <a:spcBef>
                <a:spcPts val="0"/>
              </a:spcBef>
              <a:spcAft>
                <a:spcPts val="0"/>
              </a:spcAft>
              <a:buNone/>
              <a:defRPr sz="1000"/>
            </a:lvl2pPr>
            <a:lvl3pPr lvl="2" algn="ctr">
              <a:lnSpc>
                <a:spcPct val="95000"/>
              </a:lnSpc>
              <a:spcBef>
                <a:spcPts val="0"/>
              </a:spcBef>
              <a:spcAft>
                <a:spcPts val="0"/>
              </a:spcAft>
              <a:buNone/>
              <a:defRPr sz="1000"/>
            </a:lvl3pPr>
            <a:lvl4pPr lvl="3" algn="ctr">
              <a:lnSpc>
                <a:spcPct val="95000"/>
              </a:lnSpc>
              <a:spcBef>
                <a:spcPts val="0"/>
              </a:spcBef>
              <a:spcAft>
                <a:spcPts val="0"/>
              </a:spcAft>
              <a:buNone/>
              <a:defRPr sz="1000"/>
            </a:lvl4pPr>
            <a:lvl5pPr lvl="4" algn="ctr">
              <a:lnSpc>
                <a:spcPct val="95000"/>
              </a:lnSpc>
              <a:spcBef>
                <a:spcPts val="0"/>
              </a:spcBef>
              <a:spcAft>
                <a:spcPts val="0"/>
              </a:spcAft>
              <a:buNone/>
              <a:defRPr sz="1000"/>
            </a:lvl5pPr>
            <a:lvl6pPr lvl="5" algn="ctr">
              <a:lnSpc>
                <a:spcPct val="95000"/>
              </a:lnSpc>
              <a:spcBef>
                <a:spcPts val="0"/>
              </a:spcBef>
              <a:spcAft>
                <a:spcPts val="0"/>
              </a:spcAft>
              <a:buNone/>
              <a:defRPr sz="1000"/>
            </a:lvl6pPr>
            <a:lvl7pPr lvl="6" algn="ctr">
              <a:lnSpc>
                <a:spcPct val="95000"/>
              </a:lnSpc>
              <a:spcBef>
                <a:spcPts val="0"/>
              </a:spcBef>
              <a:spcAft>
                <a:spcPts val="0"/>
              </a:spcAft>
              <a:buNone/>
              <a:defRPr sz="1000"/>
            </a:lvl7pPr>
            <a:lvl8pPr lvl="7" algn="ctr">
              <a:lnSpc>
                <a:spcPct val="95000"/>
              </a:lnSpc>
              <a:spcBef>
                <a:spcPts val="0"/>
              </a:spcBef>
              <a:spcAft>
                <a:spcPts val="0"/>
              </a:spcAft>
              <a:buNone/>
              <a:defRPr sz="1000"/>
            </a:lvl8pPr>
            <a:lvl9pPr lvl="8" algn="ctr">
              <a:lnSpc>
                <a:spcPct val="95000"/>
              </a:lnSpc>
              <a:spcBef>
                <a:spcPts val="0"/>
              </a:spcBef>
              <a:spcAft>
                <a:spcPts val="0"/>
              </a:spcAft>
              <a:buNone/>
              <a:defRPr sz="1000"/>
            </a:lvl9pPr>
          </a:lstStyle>
          <a:p>
            <a:endParaRPr/>
          </a:p>
        </p:txBody>
      </p:sp>
      <p:sp>
        <p:nvSpPr>
          <p:cNvPr id="298" name="Google Shape;298;p24"/>
          <p:cNvSpPr txBox="1">
            <a:spLocks noGrp="1"/>
          </p:cNvSpPr>
          <p:nvPr>
            <p:ph type="subTitle" idx="6"/>
          </p:nvPr>
        </p:nvSpPr>
        <p:spPr>
          <a:xfrm>
            <a:off x="803225" y="1817900"/>
            <a:ext cx="2667900" cy="533100"/>
          </a:xfrm>
          <a:prstGeom prst="rect">
            <a:avLst/>
          </a:prstGeom>
        </p:spPr>
        <p:txBody>
          <a:bodyPr spcFirstLastPara="1" wrap="square" lIns="0" tIns="0" rIns="0" bIns="0" anchor="ctr" anchorCtr="0">
            <a:noAutofit/>
          </a:bodyPr>
          <a:lstStyle>
            <a:lvl1pPr lvl="0" algn="ctr">
              <a:lnSpc>
                <a:spcPct val="95000"/>
              </a:lnSpc>
              <a:spcBef>
                <a:spcPts val="0"/>
              </a:spcBef>
              <a:spcAft>
                <a:spcPts val="0"/>
              </a:spcAft>
              <a:buNone/>
              <a:defRPr/>
            </a:lvl1pPr>
            <a:lvl2pPr lvl="1" algn="ctr">
              <a:lnSpc>
                <a:spcPct val="95000"/>
              </a:lnSpc>
              <a:spcBef>
                <a:spcPts val="0"/>
              </a:spcBef>
              <a:spcAft>
                <a:spcPts val="0"/>
              </a:spcAft>
              <a:buNone/>
              <a:defRPr/>
            </a:lvl2pPr>
            <a:lvl3pPr lvl="2" algn="ctr">
              <a:lnSpc>
                <a:spcPct val="95000"/>
              </a:lnSpc>
              <a:spcBef>
                <a:spcPts val="0"/>
              </a:spcBef>
              <a:spcAft>
                <a:spcPts val="0"/>
              </a:spcAft>
              <a:buNone/>
              <a:defRPr/>
            </a:lvl3pPr>
            <a:lvl4pPr lvl="3" algn="ctr">
              <a:lnSpc>
                <a:spcPct val="95000"/>
              </a:lnSpc>
              <a:spcBef>
                <a:spcPts val="0"/>
              </a:spcBef>
              <a:spcAft>
                <a:spcPts val="0"/>
              </a:spcAft>
              <a:buNone/>
              <a:defRPr/>
            </a:lvl4pPr>
            <a:lvl5pPr lvl="4" algn="ctr">
              <a:lnSpc>
                <a:spcPct val="95000"/>
              </a:lnSpc>
              <a:spcBef>
                <a:spcPts val="0"/>
              </a:spcBef>
              <a:spcAft>
                <a:spcPts val="0"/>
              </a:spcAft>
              <a:buNone/>
              <a:defRPr/>
            </a:lvl5pPr>
            <a:lvl6pPr lvl="5" algn="ctr">
              <a:lnSpc>
                <a:spcPct val="95000"/>
              </a:lnSpc>
              <a:spcBef>
                <a:spcPts val="0"/>
              </a:spcBef>
              <a:spcAft>
                <a:spcPts val="0"/>
              </a:spcAft>
              <a:buNone/>
              <a:defRPr/>
            </a:lvl6pPr>
            <a:lvl7pPr lvl="6" algn="ctr">
              <a:lnSpc>
                <a:spcPct val="95000"/>
              </a:lnSpc>
              <a:spcBef>
                <a:spcPts val="0"/>
              </a:spcBef>
              <a:spcAft>
                <a:spcPts val="0"/>
              </a:spcAft>
              <a:buNone/>
              <a:defRPr/>
            </a:lvl7pPr>
            <a:lvl8pPr lvl="7" algn="ctr">
              <a:lnSpc>
                <a:spcPct val="95000"/>
              </a:lnSpc>
              <a:spcBef>
                <a:spcPts val="0"/>
              </a:spcBef>
              <a:spcAft>
                <a:spcPts val="0"/>
              </a:spcAft>
              <a:buNone/>
              <a:defRPr/>
            </a:lvl8pPr>
            <a:lvl9pPr lvl="8" algn="ctr">
              <a:lnSpc>
                <a:spcPct val="95000"/>
              </a:lnSpc>
              <a:spcBef>
                <a:spcPts val="0"/>
              </a:spcBef>
              <a:spcAft>
                <a:spcPts val="0"/>
              </a:spcAft>
              <a:buNone/>
              <a:defRPr/>
            </a:lvl9pPr>
          </a:lstStyle>
          <a:p>
            <a:endParaRPr/>
          </a:p>
        </p:txBody>
      </p:sp>
      <p:sp>
        <p:nvSpPr>
          <p:cNvPr id="299" name="Google Shape;299;p24"/>
          <p:cNvSpPr txBox="1">
            <a:spLocks noGrp="1"/>
          </p:cNvSpPr>
          <p:nvPr>
            <p:ph type="subTitle" idx="7"/>
          </p:nvPr>
        </p:nvSpPr>
        <p:spPr>
          <a:xfrm>
            <a:off x="1621775" y="2701750"/>
            <a:ext cx="1124700" cy="533100"/>
          </a:xfrm>
          <a:prstGeom prst="rect">
            <a:avLst/>
          </a:prstGeom>
        </p:spPr>
        <p:txBody>
          <a:bodyPr spcFirstLastPara="1" wrap="square" lIns="0" tIns="0" rIns="0" bIns="0" anchor="ctr" anchorCtr="0">
            <a:noAutofit/>
          </a:bodyPr>
          <a:lstStyle>
            <a:lvl1pPr lvl="0" algn="ctr">
              <a:lnSpc>
                <a:spcPct val="95000"/>
              </a:lnSpc>
              <a:spcBef>
                <a:spcPts val="0"/>
              </a:spcBef>
              <a:spcAft>
                <a:spcPts val="0"/>
              </a:spcAft>
              <a:buNone/>
              <a:defRPr sz="3000">
                <a:solidFill>
                  <a:schemeClr val="dk2"/>
                </a:solidFill>
              </a:defRPr>
            </a:lvl1pPr>
            <a:lvl2pPr lvl="1" algn="ctr">
              <a:lnSpc>
                <a:spcPct val="95000"/>
              </a:lnSpc>
              <a:spcBef>
                <a:spcPts val="0"/>
              </a:spcBef>
              <a:spcAft>
                <a:spcPts val="0"/>
              </a:spcAft>
              <a:buNone/>
              <a:defRPr sz="3000">
                <a:solidFill>
                  <a:schemeClr val="dk2"/>
                </a:solidFill>
              </a:defRPr>
            </a:lvl2pPr>
            <a:lvl3pPr lvl="2" algn="ctr">
              <a:lnSpc>
                <a:spcPct val="95000"/>
              </a:lnSpc>
              <a:spcBef>
                <a:spcPts val="0"/>
              </a:spcBef>
              <a:spcAft>
                <a:spcPts val="0"/>
              </a:spcAft>
              <a:buNone/>
              <a:defRPr sz="3000">
                <a:solidFill>
                  <a:schemeClr val="dk2"/>
                </a:solidFill>
              </a:defRPr>
            </a:lvl3pPr>
            <a:lvl4pPr lvl="3" algn="ctr">
              <a:lnSpc>
                <a:spcPct val="95000"/>
              </a:lnSpc>
              <a:spcBef>
                <a:spcPts val="0"/>
              </a:spcBef>
              <a:spcAft>
                <a:spcPts val="0"/>
              </a:spcAft>
              <a:buNone/>
              <a:defRPr sz="3000">
                <a:solidFill>
                  <a:schemeClr val="dk2"/>
                </a:solidFill>
              </a:defRPr>
            </a:lvl4pPr>
            <a:lvl5pPr lvl="4" algn="ctr">
              <a:lnSpc>
                <a:spcPct val="95000"/>
              </a:lnSpc>
              <a:spcBef>
                <a:spcPts val="0"/>
              </a:spcBef>
              <a:spcAft>
                <a:spcPts val="0"/>
              </a:spcAft>
              <a:buNone/>
              <a:defRPr sz="3000">
                <a:solidFill>
                  <a:schemeClr val="dk2"/>
                </a:solidFill>
              </a:defRPr>
            </a:lvl5pPr>
            <a:lvl6pPr lvl="5" algn="ctr">
              <a:lnSpc>
                <a:spcPct val="95000"/>
              </a:lnSpc>
              <a:spcBef>
                <a:spcPts val="0"/>
              </a:spcBef>
              <a:spcAft>
                <a:spcPts val="0"/>
              </a:spcAft>
              <a:buNone/>
              <a:defRPr sz="3000">
                <a:solidFill>
                  <a:schemeClr val="dk2"/>
                </a:solidFill>
              </a:defRPr>
            </a:lvl6pPr>
            <a:lvl7pPr lvl="6" algn="ctr">
              <a:lnSpc>
                <a:spcPct val="95000"/>
              </a:lnSpc>
              <a:spcBef>
                <a:spcPts val="0"/>
              </a:spcBef>
              <a:spcAft>
                <a:spcPts val="0"/>
              </a:spcAft>
              <a:buNone/>
              <a:defRPr sz="3000">
                <a:solidFill>
                  <a:schemeClr val="dk2"/>
                </a:solidFill>
              </a:defRPr>
            </a:lvl7pPr>
            <a:lvl8pPr lvl="7" algn="ctr">
              <a:lnSpc>
                <a:spcPct val="95000"/>
              </a:lnSpc>
              <a:spcBef>
                <a:spcPts val="0"/>
              </a:spcBef>
              <a:spcAft>
                <a:spcPts val="0"/>
              </a:spcAft>
              <a:buNone/>
              <a:defRPr sz="3000">
                <a:solidFill>
                  <a:schemeClr val="dk2"/>
                </a:solidFill>
              </a:defRPr>
            </a:lvl8pPr>
            <a:lvl9pPr lvl="8" algn="ctr">
              <a:lnSpc>
                <a:spcPct val="95000"/>
              </a:lnSpc>
              <a:spcBef>
                <a:spcPts val="0"/>
              </a:spcBef>
              <a:spcAft>
                <a:spcPts val="0"/>
              </a:spcAft>
              <a:buNone/>
              <a:defRPr sz="3000">
                <a:solidFill>
                  <a:schemeClr val="dk2"/>
                </a:solidFill>
              </a:defRPr>
            </a:lvl9pPr>
          </a:lstStyle>
          <a:p>
            <a:endParaRPr/>
          </a:p>
        </p:txBody>
      </p:sp>
      <p:sp>
        <p:nvSpPr>
          <p:cNvPr id="300" name="Google Shape;300;p24"/>
          <p:cNvSpPr txBox="1">
            <a:spLocks noGrp="1"/>
          </p:cNvSpPr>
          <p:nvPr>
            <p:ph type="subTitle" idx="8"/>
          </p:nvPr>
        </p:nvSpPr>
        <p:spPr>
          <a:xfrm>
            <a:off x="1023125" y="2246625"/>
            <a:ext cx="2228100" cy="533100"/>
          </a:xfrm>
          <a:prstGeom prst="rect">
            <a:avLst/>
          </a:prstGeom>
        </p:spPr>
        <p:txBody>
          <a:bodyPr spcFirstLastPara="1" wrap="square" lIns="0" tIns="0" rIns="0" bIns="0" anchor="ctr" anchorCtr="0">
            <a:noAutofit/>
          </a:bodyPr>
          <a:lstStyle>
            <a:lvl1pPr lvl="0" algn="ctr">
              <a:lnSpc>
                <a:spcPct val="95000"/>
              </a:lnSpc>
              <a:spcBef>
                <a:spcPts val="0"/>
              </a:spcBef>
              <a:spcAft>
                <a:spcPts val="0"/>
              </a:spcAft>
              <a:buNone/>
              <a:defRPr sz="1000"/>
            </a:lvl1pPr>
            <a:lvl2pPr lvl="1" algn="ctr">
              <a:lnSpc>
                <a:spcPct val="95000"/>
              </a:lnSpc>
              <a:spcBef>
                <a:spcPts val="0"/>
              </a:spcBef>
              <a:spcAft>
                <a:spcPts val="0"/>
              </a:spcAft>
              <a:buNone/>
              <a:defRPr sz="1000"/>
            </a:lvl2pPr>
            <a:lvl3pPr lvl="2" algn="ctr">
              <a:lnSpc>
                <a:spcPct val="95000"/>
              </a:lnSpc>
              <a:spcBef>
                <a:spcPts val="0"/>
              </a:spcBef>
              <a:spcAft>
                <a:spcPts val="0"/>
              </a:spcAft>
              <a:buNone/>
              <a:defRPr sz="1000"/>
            </a:lvl3pPr>
            <a:lvl4pPr lvl="3" algn="ctr">
              <a:lnSpc>
                <a:spcPct val="95000"/>
              </a:lnSpc>
              <a:spcBef>
                <a:spcPts val="0"/>
              </a:spcBef>
              <a:spcAft>
                <a:spcPts val="0"/>
              </a:spcAft>
              <a:buNone/>
              <a:defRPr sz="1000"/>
            </a:lvl4pPr>
            <a:lvl5pPr lvl="4" algn="ctr">
              <a:lnSpc>
                <a:spcPct val="95000"/>
              </a:lnSpc>
              <a:spcBef>
                <a:spcPts val="0"/>
              </a:spcBef>
              <a:spcAft>
                <a:spcPts val="0"/>
              </a:spcAft>
              <a:buNone/>
              <a:defRPr sz="1000"/>
            </a:lvl5pPr>
            <a:lvl6pPr lvl="5" algn="ctr">
              <a:lnSpc>
                <a:spcPct val="95000"/>
              </a:lnSpc>
              <a:spcBef>
                <a:spcPts val="0"/>
              </a:spcBef>
              <a:spcAft>
                <a:spcPts val="0"/>
              </a:spcAft>
              <a:buNone/>
              <a:defRPr sz="1000"/>
            </a:lvl6pPr>
            <a:lvl7pPr lvl="6" algn="ctr">
              <a:lnSpc>
                <a:spcPct val="95000"/>
              </a:lnSpc>
              <a:spcBef>
                <a:spcPts val="0"/>
              </a:spcBef>
              <a:spcAft>
                <a:spcPts val="0"/>
              </a:spcAft>
              <a:buNone/>
              <a:defRPr sz="1000"/>
            </a:lvl7pPr>
            <a:lvl8pPr lvl="7" algn="ctr">
              <a:lnSpc>
                <a:spcPct val="95000"/>
              </a:lnSpc>
              <a:spcBef>
                <a:spcPts val="0"/>
              </a:spcBef>
              <a:spcAft>
                <a:spcPts val="0"/>
              </a:spcAft>
              <a:buNone/>
              <a:defRPr sz="1000"/>
            </a:lvl8pPr>
            <a:lvl9pPr lvl="8" algn="ctr">
              <a:lnSpc>
                <a:spcPct val="95000"/>
              </a:lnSpc>
              <a:spcBef>
                <a:spcPts val="0"/>
              </a:spcBef>
              <a:spcAft>
                <a:spcPts val="0"/>
              </a:spcAft>
              <a:buNone/>
              <a:defRPr sz="1000"/>
            </a:lvl9pPr>
          </a:lstStyle>
          <a:p>
            <a:endParaRPr/>
          </a:p>
        </p:txBody>
      </p:sp>
      <p:sp>
        <p:nvSpPr>
          <p:cNvPr id="301" name="Google Shape;301;p24"/>
          <p:cNvSpPr txBox="1">
            <a:spLocks noGrp="1"/>
          </p:cNvSpPr>
          <p:nvPr>
            <p:ph type="subTitle" idx="9"/>
          </p:nvPr>
        </p:nvSpPr>
        <p:spPr>
          <a:xfrm>
            <a:off x="5672875" y="1804700"/>
            <a:ext cx="2667900" cy="533100"/>
          </a:xfrm>
          <a:prstGeom prst="rect">
            <a:avLst/>
          </a:prstGeom>
        </p:spPr>
        <p:txBody>
          <a:bodyPr spcFirstLastPara="1" wrap="square" lIns="0" tIns="0" rIns="0" bIns="0" anchor="ctr" anchorCtr="0">
            <a:noAutofit/>
          </a:bodyPr>
          <a:lstStyle>
            <a:lvl1pPr lvl="0" algn="ctr">
              <a:lnSpc>
                <a:spcPct val="95000"/>
              </a:lnSpc>
              <a:spcBef>
                <a:spcPts val="0"/>
              </a:spcBef>
              <a:spcAft>
                <a:spcPts val="0"/>
              </a:spcAft>
              <a:buNone/>
              <a:defRPr/>
            </a:lvl1pPr>
            <a:lvl2pPr lvl="1" algn="ctr">
              <a:lnSpc>
                <a:spcPct val="95000"/>
              </a:lnSpc>
              <a:spcBef>
                <a:spcPts val="0"/>
              </a:spcBef>
              <a:spcAft>
                <a:spcPts val="0"/>
              </a:spcAft>
              <a:buNone/>
              <a:defRPr/>
            </a:lvl2pPr>
            <a:lvl3pPr lvl="2" algn="ctr">
              <a:lnSpc>
                <a:spcPct val="95000"/>
              </a:lnSpc>
              <a:spcBef>
                <a:spcPts val="0"/>
              </a:spcBef>
              <a:spcAft>
                <a:spcPts val="0"/>
              </a:spcAft>
              <a:buNone/>
              <a:defRPr/>
            </a:lvl3pPr>
            <a:lvl4pPr lvl="3" algn="ctr">
              <a:lnSpc>
                <a:spcPct val="95000"/>
              </a:lnSpc>
              <a:spcBef>
                <a:spcPts val="0"/>
              </a:spcBef>
              <a:spcAft>
                <a:spcPts val="0"/>
              </a:spcAft>
              <a:buNone/>
              <a:defRPr/>
            </a:lvl4pPr>
            <a:lvl5pPr lvl="4" algn="ctr">
              <a:lnSpc>
                <a:spcPct val="95000"/>
              </a:lnSpc>
              <a:spcBef>
                <a:spcPts val="0"/>
              </a:spcBef>
              <a:spcAft>
                <a:spcPts val="0"/>
              </a:spcAft>
              <a:buNone/>
              <a:defRPr/>
            </a:lvl5pPr>
            <a:lvl6pPr lvl="5" algn="ctr">
              <a:lnSpc>
                <a:spcPct val="95000"/>
              </a:lnSpc>
              <a:spcBef>
                <a:spcPts val="0"/>
              </a:spcBef>
              <a:spcAft>
                <a:spcPts val="0"/>
              </a:spcAft>
              <a:buNone/>
              <a:defRPr/>
            </a:lvl6pPr>
            <a:lvl7pPr lvl="6" algn="ctr">
              <a:lnSpc>
                <a:spcPct val="95000"/>
              </a:lnSpc>
              <a:spcBef>
                <a:spcPts val="0"/>
              </a:spcBef>
              <a:spcAft>
                <a:spcPts val="0"/>
              </a:spcAft>
              <a:buNone/>
              <a:defRPr/>
            </a:lvl7pPr>
            <a:lvl8pPr lvl="7" algn="ctr">
              <a:lnSpc>
                <a:spcPct val="95000"/>
              </a:lnSpc>
              <a:spcBef>
                <a:spcPts val="0"/>
              </a:spcBef>
              <a:spcAft>
                <a:spcPts val="0"/>
              </a:spcAft>
              <a:buNone/>
              <a:defRPr/>
            </a:lvl8pPr>
            <a:lvl9pPr lvl="8" algn="ctr">
              <a:lnSpc>
                <a:spcPct val="95000"/>
              </a:lnSpc>
              <a:spcBef>
                <a:spcPts val="0"/>
              </a:spcBef>
              <a:spcAft>
                <a:spcPts val="0"/>
              </a:spcAft>
              <a:buNone/>
              <a:defRPr/>
            </a:lvl9pPr>
          </a:lstStyle>
          <a:p>
            <a:endParaRPr/>
          </a:p>
        </p:txBody>
      </p:sp>
      <p:sp>
        <p:nvSpPr>
          <p:cNvPr id="302" name="Google Shape;302;p24"/>
          <p:cNvSpPr txBox="1">
            <a:spLocks noGrp="1"/>
          </p:cNvSpPr>
          <p:nvPr>
            <p:ph type="subTitle" idx="13"/>
          </p:nvPr>
        </p:nvSpPr>
        <p:spPr>
          <a:xfrm>
            <a:off x="6491425" y="2688550"/>
            <a:ext cx="1124700" cy="533100"/>
          </a:xfrm>
          <a:prstGeom prst="rect">
            <a:avLst/>
          </a:prstGeom>
        </p:spPr>
        <p:txBody>
          <a:bodyPr spcFirstLastPara="1" wrap="square" lIns="0" tIns="0" rIns="0" bIns="0" anchor="ctr" anchorCtr="0">
            <a:noAutofit/>
          </a:bodyPr>
          <a:lstStyle>
            <a:lvl1pPr lvl="0" algn="ctr">
              <a:lnSpc>
                <a:spcPct val="95000"/>
              </a:lnSpc>
              <a:spcBef>
                <a:spcPts val="0"/>
              </a:spcBef>
              <a:spcAft>
                <a:spcPts val="0"/>
              </a:spcAft>
              <a:buNone/>
              <a:defRPr sz="3000">
                <a:solidFill>
                  <a:schemeClr val="dk2"/>
                </a:solidFill>
              </a:defRPr>
            </a:lvl1pPr>
            <a:lvl2pPr lvl="1" algn="ctr">
              <a:lnSpc>
                <a:spcPct val="95000"/>
              </a:lnSpc>
              <a:spcBef>
                <a:spcPts val="0"/>
              </a:spcBef>
              <a:spcAft>
                <a:spcPts val="0"/>
              </a:spcAft>
              <a:buNone/>
              <a:defRPr sz="3000">
                <a:solidFill>
                  <a:schemeClr val="dk2"/>
                </a:solidFill>
              </a:defRPr>
            </a:lvl2pPr>
            <a:lvl3pPr lvl="2" algn="ctr">
              <a:lnSpc>
                <a:spcPct val="95000"/>
              </a:lnSpc>
              <a:spcBef>
                <a:spcPts val="0"/>
              </a:spcBef>
              <a:spcAft>
                <a:spcPts val="0"/>
              </a:spcAft>
              <a:buNone/>
              <a:defRPr sz="3000">
                <a:solidFill>
                  <a:schemeClr val="dk2"/>
                </a:solidFill>
              </a:defRPr>
            </a:lvl3pPr>
            <a:lvl4pPr lvl="3" algn="ctr">
              <a:lnSpc>
                <a:spcPct val="95000"/>
              </a:lnSpc>
              <a:spcBef>
                <a:spcPts val="0"/>
              </a:spcBef>
              <a:spcAft>
                <a:spcPts val="0"/>
              </a:spcAft>
              <a:buNone/>
              <a:defRPr sz="3000">
                <a:solidFill>
                  <a:schemeClr val="dk2"/>
                </a:solidFill>
              </a:defRPr>
            </a:lvl4pPr>
            <a:lvl5pPr lvl="4" algn="ctr">
              <a:lnSpc>
                <a:spcPct val="95000"/>
              </a:lnSpc>
              <a:spcBef>
                <a:spcPts val="0"/>
              </a:spcBef>
              <a:spcAft>
                <a:spcPts val="0"/>
              </a:spcAft>
              <a:buNone/>
              <a:defRPr sz="3000">
                <a:solidFill>
                  <a:schemeClr val="dk2"/>
                </a:solidFill>
              </a:defRPr>
            </a:lvl5pPr>
            <a:lvl6pPr lvl="5" algn="ctr">
              <a:lnSpc>
                <a:spcPct val="95000"/>
              </a:lnSpc>
              <a:spcBef>
                <a:spcPts val="0"/>
              </a:spcBef>
              <a:spcAft>
                <a:spcPts val="0"/>
              </a:spcAft>
              <a:buNone/>
              <a:defRPr sz="3000">
                <a:solidFill>
                  <a:schemeClr val="dk2"/>
                </a:solidFill>
              </a:defRPr>
            </a:lvl6pPr>
            <a:lvl7pPr lvl="6" algn="ctr">
              <a:lnSpc>
                <a:spcPct val="95000"/>
              </a:lnSpc>
              <a:spcBef>
                <a:spcPts val="0"/>
              </a:spcBef>
              <a:spcAft>
                <a:spcPts val="0"/>
              </a:spcAft>
              <a:buNone/>
              <a:defRPr sz="3000">
                <a:solidFill>
                  <a:schemeClr val="dk2"/>
                </a:solidFill>
              </a:defRPr>
            </a:lvl7pPr>
            <a:lvl8pPr lvl="7" algn="ctr">
              <a:lnSpc>
                <a:spcPct val="95000"/>
              </a:lnSpc>
              <a:spcBef>
                <a:spcPts val="0"/>
              </a:spcBef>
              <a:spcAft>
                <a:spcPts val="0"/>
              </a:spcAft>
              <a:buNone/>
              <a:defRPr sz="3000">
                <a:solidFill>
                  <a:schemeClr val="dk2"/>
                </a:solidFill>
              </a:defRPr>
            </a:lvl8pPr>
            <a:lvl9pPr lvl="8" algn="ctr">
              <a:lnSpc>
                <a:spcPct val="95000"/>
              </a:lnSpc>
              <a:spcBef>
                <a:spcPts val="0"/>
              </a:spcBef>
              <a:spcAft>
                <a:spcPts val="0"/>
              </a:spcAft>
              <a:buNone/>
              <a:defRPr sz="3000">
                <a:solidFill>
                  <a:schemeClr val="dk2"/>
                </a:solidFill>
              </a:defRPr>
            </a:lvl9pPr>
          </a:lstStyle>
          <a:p>
            <a:endParaRPr/>
          </a:p>
        </p:txBody>
      </p:sp>
      <p:sp>
        <p:nvSpPr>
          <p:cNvPr id="303" name="Google Shape;303;p24"/>
          <p:cNvSpPr txBox="1">
            <a:spLocks noGrp="1"/>
          </p:cNvSpPr>
          <p:nvPr>
            <p:ph type="subTitle" idx="14"/>
          </p:nvPr>
        </p:nvSpPr>
        <p:spPr>
          <a:xfrm>
            <a:off x="5892775" y="2233425"/>
            <a:ext cx="2228100" cy="533100"/>
          </a:xfrm>
          <a:prstGeom prst="rect">
            <a:avLst/>
          </a:prstGeom>
        </p:spPr>
        <p:txBody>
          <a:bodyPr spcFirstLastPara="1" wrap="square" lIns="0" tIns="0" rIns="0" bIns="0" anchor="ctr" anchorCtr="0">
            <a:noAutofit/>
          </a:bodyPr>
          <a:lstStyle>
            <a:lvl1pPr lvl="0" algn="ctr">
              <a:lnSpc>
                <a:spcPct val="95000"/>
              </a:lnSpc>
              <a:spcBef>
                <a:spcPts val="0"/>
              </a:spcBef>
              <a:spcAft>
                <a:spcPts val="0"/>
              </a:spcAft>
              <a:buNone/>
              <a:defRPr sz="1000"/>
            </a:lvl1pPr>
            <a:lvl2pPr lvl="1" algn="ctr">
              <a:lnSpc>
                <a:spcPct val="95000"/>
              </a:lnSpc>
              <a:spcBef>
                <a:spcPts val="0"/>
              </a:spcBef>
              <a:spcAft>
                <a:spcPts val="0"/>
              </a:spcAft>
              <a:buNone/>
              <a:defRPr sz="1000"/>
            </a:lvl2pPr>
            <a:lvl3pPr lvl="2" algn="ctr">
              <a:lnSpc>
                <a:spcPct val="95000"/>
              </a:lnSpc>
              <a:spcBef>
                <a:spcPts val="0"/>
              </a:spcBef>
              <a:spcAft>
                <a:spcPts val="0"/>
              </a:spcAft>
              <a:buNone/>
              <a:defRPr sz="1000"/>
            </a:lvl3pPr>
            <a:lvl4pPr lvl="3" algn="ctr">
              <a:lnSpc>
                <a:spcPct val="95000"/>
              </a:lnSpc>
              <a:spcBef>
                <a:spcPts val="0"/>
              </a:spcBef>
              <a:spcAft>
                <a:spcPts val="0"/>
              </a:spcAft>
              <a:buNone/>
              <a:defRPr sz="1000"/>
            </a:lvl4pPr>
            <a:lvl5pPr lvl="4" algn="ctr">
              <a:lnSpc>
                <a:spcPct val="95000"/>
              </a:lnSpc>
              <a:spcBef>
                <a:spcPts val="0"/>
              </a:spcBef>
              <a:spcAft>
                <a:spcPts val="0"/>
              </a:spcAft>
              <a:buNone/>
              <a:defRPr sz="1000"/>
            </a:lvl5pPr>
            <a:lvl6pPr lvl="5" algn="ctr">
              <a:lnSpc>
                <a:spcPct val="95000"/>
              </a:lnSpc>
              <a:spcBef>
                <a:spcPts val="0"/>
              </a:spcBef>
              <a:spcAft>
                <a:spcPts val="0"/>
              </a:spcAft>
              <a:buNone/>
              <a:defRPr sz="1000"/>
            </a:lvl6pPr>
            <a:lvl7pPr lvl="6" algn="ctr">
              <a:lnSpc>
                <a:spcPct val="95000"/>
              </a:lnSpc>
              <a:spcBef>
                <a:spcPts val="0"/>
              </a:spcBef>
              <a:spcAft>
                <a:spcPts val="0"/>
              </a:spcAft>
              <a:buNone/>
              <a:defRPr sz="1000"/>
            </a:lvl7pPr>
            <a:lvl8pPr lvl="7" algn="ctr">
              <a:lnSpc>
                <a:spcPct val="95000"/>
              </a:lnSpc>
              <a:spcBef>
                <a:spcPts val="0"/>
              </a:spcBef>
              <a:spcAft>
                <a:spcPts val="0"/>
              </a:spcAft>
              <a:buNone/>
              <a:defRPr sz="1000"/>
            </a:lvl8pPr>
            <a:lvl9pPr lvl="8" algn="ctr">
              <a:lnSpc>
                <a:spcPct val="95000"/>
              </a:lnSpc>
              <a:spcBef>
                <a:spcPts val="0"/>
              </a:spcBef>
              <a:spcAft>
                <a:spcPts val="0"/>
              </a:spcAft>
              <a:buNone/>
              <a:defRPr sz="1000"/>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meline 2">
  <p:cSld name="CUSTOM_8_1_1_1_1_1_1_1_1_1_1_1_1_1_1_1_1_1_1_1_1_1_1_1_1_1_1_1_1_1_1_1_1_1_1_1_1_1">
    <p:spTree>
      <p:nvGrpSpPr>
        <p:cNvPr id="1" name="Shape 304"/>
        <p:cNvGrpSpPr/>
        <p:nvPr/>
      </p:nvGrpSpPr>
      <p:grpSpPr>
        <a:xfrm>
          <a:off x="0" y="0"/>
          <a:ext cx="0" cy="0"/>
          <a:chOff x="0" y="0"/>
          <a:chExt cx="0" cy="0"/>
        </a:xfrm>
      </p:grpSpPr>
      <p:sp>
        <p:nvSpPr>
          <p:cNvPr id="305" name="Google Shape;305;p25"/>
          <p:cNvSpPr/>
          <p:nvPr/>
        </p:nvSpPr>
        <p:spPr>
          <a:xfrm rot="5400000">
            <a:off x="5473500" y="0"/>
            <a:ext cx="3670500" cy="3670500"/>
          </a:xfrm>
          <a:prstGeom prst="rect">
            <a:avLst/>
          </a:prstGeom>
          <a:gradFill>
            <a:gsLst>
              <a:gs pos="0">
                <a:schemeClr val="accent5"/>
              </a:gs>
              <a:gs pos="72000">
                <a:schemeClr val="lt1"/>
              </a:gs>
              <a:gs pos="100000">
                <a:schemeClr val="lt1"/>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Figtree"/>
              <a:ea typeface="Figtree"/>
              <a:cs typeface="Figtree"/>
              <a:sym typeface="Figtree"/>
            </a:endParaRPr>
          </a:p>
        </p:txBody>
      </p:sp>
      <p:sp>
        <p:nvSpPr>
          <p:cNvPr id="306" name="Google Shape;306;p25"/>
          <p:cNvSpPr txBox="1">
            <a:spLocks noGrp="1"/>
          </p:cNvSpPr>
          <p:nvPr>
            <p:ph type="title"/>
          </p:nvPr>
        </p:nvSpPr>
        <p:spPr>
          <a:xfrm>
            <a:off x="230075" y="58625"/>
            <a:ext cx="2500500" cy="172200"/>
          </a:xfrm>
          <a:prstGeom prst="rect">
            <a:avLst/>
          </a:prstGeom>
        </p:spPr>
        <p:txBody>
          <a:bodyPr spcFirstLastPara="1" wrap="square" lIns="0" tIns="0" rIns="0" bIns="0" anchor="ctr" anchorCtr="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a:endParaRPr/>
          </a:p>
        </p:txBody>
      </p:sp>
      <p:sp>
        <p:nvSpPr>
          <p:cNvPr id="307" name="Google Shape;307;p25"/>
          <p:cNvSpPr txBox="1">
            <a:spLocks noGrp="1"/>
          </p:cNvSpPr>
          <p:nvPr>
            <p:ph type="title" idx="2"/>
          </p:nvPr>
        </p:nvSpPr>
        <p:spPr>
          <a:xfrm>
            <a:off x="6414875" y="58625"/>
            <a:ext cx="2500500" cy="172200"/>
          </a:xfrm>
          <a:prstGeom prst="rect">
            <a:avLst/>
          </a:prstGeom>
        </p:spPr>
        <p:txBody>
          <a:bodyPr spcFirstLastPara="1" wrap="square" lIns="0" tIns="0" rIns="0" bIns="0" anchor="ctr" anchorCtr="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a:endParaRPr/>
          </a:p>
        </p:txBody>
      </p:sp>
      <p:sp>
        <p:nvSpPr>
          <p:cNvPr id="308" name="Google Shape;308;p25"/>
          <p:cNvSpPr txBox="1">
            <a:spLocks noGrp="1"/>
          </p:cNvSpPr>
          <p:nvPr>
            <p:ph type="title" idx="3"/>
          </p:nvPr>
        </p:nvSpPr>
        <p:spPr>
          <a:xfrm>
            <a:off x="228600" y="457200"/>
            <a:ext cx="4160400" cy="464700"/>
          </a:xfrm>
          <a:prstGeom prst="rect">
            <a:avLst/>
          </a:prstGeom>
        </p:spPr>
        <p:txBody>
          <a:bodyPr spcFirstLastPara="1" wrap="square" lIns="0" tIns="0" rIns="0" bIns="0" anchor="t" anchorCtr="0">
            <a:noAutofit/>
          </a:bodyPr>
          <a:lstStyle>
            <a:lvl1pPr lvl="0">
              <a:lnSpc>
                <a:spcPct val="115000"/>
              </a:lnSpc>
              <a:spcBef>
                <a:spcPts val="0"/>
              </a:spcBef>
              <a:spcAft>
                <a:spcPts val="0"/>
              </a:spcAft>
              <a:buNone/>
              <a:defRPr sz="2000"/>
            </a:lvl1pPr>
            <a:lvl2pPr lvl="1">
              <a:spcBef>
                <a:spcPts val="0"/>
              </a:spcBef>
              <a:spcAft>
                <a:spcPts val="0"/>
              </a:spcAft>
              <a:buSzPts val="2000"/>
              <a:buFont typeface="Figtree"/>
              <a:buNone/>
              <a:defRPr sz="2000">
                <a:latin typeface="Figtree"/>
                <a:ea typeface="Figtree"/>
                <a:cs typeface="Figtree"/>
                <a:sym typeface="Figtree"/>
              </a:defRPr>
            </a:lvl2pPr>
            <a:lvl3pPr lvl="2">
              <a:spcBef>
                <a:spcPts val="0"/>
              </a:spcBef>
              <a:spcAft>
                <a:spcPts val="0"/>
              </a:spcAft>
              <a:buSzPts val="2000"/>
              <a:buFont typeface="Figtree"/>
              <a:buNone/>
              <a:defRPr sz="2000">
                <a:latin typeface="Figtree"/>
                <a:ea typeface="Figtree"/>
                <a:cs typeface="Figtree"/>
                <a:sym typeface="Figtree"/>
              </a:defRPr>
            </a:lvl3pPr>
            <a:lvl4pPr lvl="3">
              <a:spcBef>
                <a:spcPts val="0"/>
              </a:spcBef>
              <a:spcAft>
                <a:spcPts val="0"/>
              </a:spcAft>
              <a:buSzPts val="2000"/>
              <a:buFont typeface="Figtree"/>
              <a:buNone/>
              <a:defRPr sz="2000">
                <a:latin typeface="Figtree"/>
                <a:ea typeface="Figtree"/>
                <a:cs typeface="Figtree"/>
                <a:sym typeface="Figtree"/>
              </a:defRPr>
            </a:lvl4pPr>
            <a:lvl5pPr lvl="4">
              <a:spcBef>
                <a:spcPts val="0"/>
              </a:spcBef>
              <a:spcAft>
                <a:spcPts val="0"/>
              </a:spcAft>
              <a:buSzPts val="2000"/>
              <a:buFont typeface="Figtree"/>
              <a:buNone/>
              <a:defRPr sz="2000">
                <a:latin typeface="Figtree"/>
                <a:ea typeface="Figtree"/>
                <a:cs typeface="Figtree"/>
                <a:sym typeface="Figtree"/>
              </a:defRPr>
            </a:lvl5pPr>
            <a:lvl6pPr lvl="5">
              <a:spcBef>
                <a:spcPts val="0"/>
              </a:spcBef>
              <a:spcAft>
                <a:spcPts val="0"/>
              </a:spcAft>
              <a:buSzPts val="2000"/>
              <a:buFont typeface="Figtree"/>
              <a:buNone/>
              <a:defRPr sz="2000">
                <a:latin typeface="Figtree"/>
                <a:ea typeface="Figtree"/>
                <a:cs typeface="Figtree"/>
                <a:sym typeface="Figtree"/>
              </a:defRPr>
            </a:lvl6pPr>
            <a:lvl7pPr lvl="6">
              <a:spcBef>
                <a:spcPts val="0"/>
              </a:spcBef>
              <a:spcAft>
                <a:spcPts val="0"/>
              </a:spcAft>
              <a:buSzPts val="2000"/>
              <a:buFont typeface="Figtree"/>
              <a:buNone/>
              <a:defRPr sz="2000">
                <a:latin typeface="Figtree"/>
                <a:ea typeface="Figtree"/>
                <a:cs typeface="Figtree"/>
                <a:sym typeface="Figtree"/>
              </a:defRPr>
            </a:lvl7pPr>
            <a:lvl8pPr lvl="7">
              <a:spcBef>
                <a:spcPts val="0"/>
              </a:spcBef>
              <a:spcAft>
                <a:spcPts val="0"/>
              </a:spcAft>
              <a:buSzPts val="2000"/>
              <a:buFont typeface="Figtree"/>
              <a:buNone/>
              <a:defRPr sz="2000">
                <a:latin typeface="Figtree"/>
                <a:ea typeface="Figtree"/>
                <a:cs typeface="Figtree"/>
                <a:sym typeface="Figtree"/>
              </a:defRPr>
            </a:lvl8pPr>
            <a:lvl9pPr lvl="8">
              <a:spcBef>
                <a:spcPts val="0"/>
              </a:spcBef>
              <a:spcAft>
                <a:spcPts val="0"/>
              </a:spcAft>
              <a:buSzPts val="2000"/>
              <a:buFont typeface="Figtree"/>
              <a:buNone/>
              <a:defRPr sz="2000">
                <a:latin typeface="Figtree"/>
                <a:ea typeface="Figtree"/>
                <a:cs typeface="Figtree"/>
                <a:sym typeface="Figtree"/>
              </a:defRPr>
            </a:lvl9pPr>
          </a:lstStyle>
          <a:p>
            <a:endParaRPr/>
          </a:p>
        </p:txBody>
      </p:sp>
      <p:sp>
        <p:nvSpPr>
          <p:cNvPr id="309" name="Google Shape;309;p25"/>
          <p:cNvSpPr txBox="1">
            <a:spLocks noGrp="1"/>
          </p:cNvSpPr>
          <p:nvPr>
            <p:ph type="subTitle" idx="1"/>
          </p:nvPr>
        </p:nvSpPr>
        <p:spPr>
          <a:xfrm>
            <a:off x="228600" y="792994"/>
            <a:ext cx="3130200" cy="172200"/>
          </a:xfrm>
          <a:prstGeom prst="rect">
            <a:avLst/>
          </a:prstGeom>
        </p:spPr>
        <p:txBody>
          <a:bodyPr spcFirstLastPara="1" wrap="square" lIns="0" tIns="0" rIns="0" bIns="0" anchor="t" anchorCtr="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a:endParaRPr/>
          </a:p>
        </p:txBody>
      </p:sp>
      <p:sp>
        <p:nvSpPr>
          <p:cNvPr id="310" name="Google Shape;310;p25"/>
          <p:cNvSpPr txBox="1">
            <a:spLocks noGrp="1"/>
          </p:cNvSpPr>
          <p:nvPr>
            <p:ph type="title" idx="4"/>
          </p:nvPr>
        </p:nvSpPr>
        <p:spPr>
          <a:xfrm>
            <a:off x="91525" y="1935942"/>
            <a:ext cx="1422300" cy="464700"/>
          </a:xfrm>
          <a:prstGeom prst="rect">
            <a:avLst/>
          </a:prstGeom>
        </p:spPr>
        <p:txBody>
          <a:bodyPr spcFirstLastPara="1" wrap="square" lIns="0" tIns="0" rIns="0" bIns="0" anchor="b" anchorCtr="0">
            <a:spAutoFit/>
          </a:bodyPr>
          <a:lstStyle>
            <a:lvl1pPr lvl="0" algn="ctr">
              <a:lnSpc>
                <a:spcPct val="115000"/>
              </a:lnSpc>
              <a:spcBef>
                <a:spcPts val="0"/>
              </a:spcBef>
              <a:spcAft>
                <a:spcPts val="0"/>
              </a:spcAft>
              <a:buNone/>
              <a:defRPr sz="3600">
                <a:solidFill>
                  <a:schemeClr val="dk2"/>
                </a:solidFill>
              </a:defRPr>
            </a:lvl1pPr>
            <a:lvl2pPr lvl="1"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2pPr>
            <a:lvl3pPr lvl="2"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3pPr>
            <a:lvl4pPr lvl="3"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4pPr>
            <a:lvl5pPr lvl="4"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5pPr>
            <a:lvl6pPr lvl="5"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6pPr>
            <a:lvl7pPr lvl="6"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7pPr>
            <a:lvl8pPr lvl="7"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8pPr>
            <a:lvl9pPr lvl="8"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9pPr>
          </a:lstStyle>
          <a:p>
            <a:endParaRPr/>
          </a:p>
        </p:txBody>
      </p:sp>
      <p:sp>
        <p:nvSpPr>
          <p:cNvPr id="311" name="Google Shape;311;p25"/>
          <p:cNvSpPr txBox="1">
            <a:spLocks noGrp="1"/>
          </p:cNvSpPr>
          <p:nvPr>
            <p:ph type="title" idx="5"/>
          </p:nvPr>
        </p:nvSpPr>
        <p:spPr>
          <a:xfrm>
            <a:off x="2849500" y="1935942"/>
            <a:ext cx="1422300" cy="464700"/>
          </a:xfrm>
          <a:prstGeom prst="rect">
            <a:avLst/>
          </a:prstGeom>
        </p:spPr>
        <p:txBody>
          <a:bodyPr spcFirstLastPara="1" wrap="square" lIns="0" tIns="0" rIns="0" bIns="0" anchor="b" anchorCtr="0">
            <a:spAutoFit/>
          </a:bodyPr>
          <a:lstStyle>
            <a:lvl1pPr lvl="0" algn="ctr">
              <a:lnSpc>
                <a:spcPct val="115000"/>
              </a:lnSpc>
              <a:spcBef>
                <a:spcPts val="0"/>
              </a:spcBef>
              <a:spcAft>
                <a:spcPts val="0"/>
              </a:spcAft>
              <a:buNone/>
              <a:defRPr sz="3600">
                <a:solidFill>
                  <a:schemeClr val="dk2"/>
                </a:solidFill>
              </a:defRPr>
            </a:lvl1pPr>
            <a:lvl2pPr lvl="1"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2pPr>
            <a:lvl3pPr lvl="2"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3pPr>
            <a:lvl4pPr lvl="3"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4pPr>
            <a:lvl5pPr lvl="4"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5pPr>
            <a:lvl6pPr lvl="5"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6pPr>
            <a:lvl7pPr lvl="6"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7pPr>
            <a:lvl8pPr lvl="7"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8pPr>
            <a:lvl9pPr lvl="8"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9pPr>
          </a:lstStyle>
          <a:p>
            <a:endParaRPr/>
          </a:p>
        </p:txBody>
      </p:sp>
      <p:sp>
        <p:nvSpPr>
          <p:cNvPr id="312" name="Google Shape;312;p25"/>
          <p:cNvSpPr txBox="1">
            <a:spLocks noGrp="1"/>
          </p:cNvSpPr>
          <p:nvPr>
            <p:ph type="title" idx="6"/>
          </p:nvPr>
        </p:nvSpPr>
        <p:spPr>
          <a:xfrm>
            <a:off x="4298950" y="1935942"/>
            <a:ext cx="1422300" cy="464700"/>
          </a:xfrm>
          <a:prstGeom prst="rect">
            <a:avLst/>
          </a:prstGeom>
        </p:spPr>
        <p:txBody>
          <a:bodyPr spcFirstLastPara="1" wrap="square" lIns="0" tIns="0" rIns="0" bIns="0" anchor="b" anchorCtr="0">
            <a:spAutoFit/>
          </a:bodyPr>
          <a:lstStyle>
            <a:lvl1pPr lvl="0" algn="ctr">
              <a:lnSpc>
                <a:spcPct val="115000"/>
              </a:lnSpc>
              <a:spcBef>
                <a:spcPts val="0"/>
              </a:spcBef>
              <a:spcAft>
                <a:spcPts val="0"/>
              </a:spcAft>
              <a:buNone/>
              <a:defRPr sz="3600">
                <a:solidFill>
                  <a:schemeClr val="dk2"/>
                </a:solidFill>
              </a:defRPr>
            </a:lvl1pPr>
            <a:lvl2pPr lvl="1"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2pPr>
            <a:lvl3pPr lvl="2"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3pPr>
            <a:lvl4pPr lvl="3"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4pPr>
            <a:lvl5pPr lvl="4"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5pPr>
            <a:lvl6pPr lvl="5"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6pPr>
            <a:lvl7pPr lvl="6"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7pPr>
            <a:lvl8pPr lvl="7"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8pPr>
            <a:lvl9pPr lvl="8"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9pPr>
          </a:lstStyle>
          <a:p>
            <a:endParaRPr/>
          </a:p>
        </p:txBody>
      </p:sp>
      <p:sp>
        <p:nvSpPr>
          <p:cNvPr id="313" name="Google Shape;313;p25"/>
          <p:cNvSpPr txBox="1">
            <a:spLocks noGrp="1"/>
          </p:cNvSpPr>
          <p:nvPr>
            <p:ph type="title" idx="7"/>
          </p:nvPr>
        </p:nvSpPr>
        <p:spPr>
          <a:xfrm>
            <a:off x="7298500" y="1935942"/>
            <a:ext cx="1422300" cy="464700"/>
          </a:xfrm>
          <a:prstGeom prst="rect">
            <a:avLst/>
          </a:prstGeom>
        </p:spPr>
        <p:txBody>
          <a:bodyPr spcFirstLastPara="1" wrap="square" lIns="0" tIns="0" rIns="0" bIns="0" anchor="b" anchorCtr="0">
            <a:spAutoFit/>
          </a:bodyPr>
          <a:lstStyle>
            <a:lvl1pPr lvl="0" algn="ctr">
              <a:lnSpc>
                <a:spcPct val="115000"/>
              </a:lnSpc>
              <a:spcBef>
                <a:spcPts val="0"/>
              </a:spcBef>
              <a:spcAft>
                <a:spcPts val="0"/>
              </a:spcAft>
              <a:buNone/>
              <a:defRPr sz="3600">
                <a:solidFill>
                  <a:schemeClr val="dk2"/>
                </a:solidFill>
              </a:defRPr>
            </a:lvl1pPr>
            <a:lvl2pPr lvl="1"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2pPr>
            <a:lvl3pPr lvl="2"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3pPr>
            <a:lvl4pPr lvl="3"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4pPr>
            <a:lvl5pPr lvl="4"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5pPr>
            <a:lvl6pPr lvl="5"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6pPr>
            <a:lvl7pPr lvl="6"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7pPr>
            <a:lvl8pPr lvl="7"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8pPr>
            <a:lvl9pPr lvl="8"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9pPr>
          </a:lstStyle>
          <a:p>
            <a:endParaRPr/>
          </a:p>
        </p:txBody>
      </p:sp>
      <p:sp>
        <p:nvSpPr>
          <p:cNvPr id="314" name="Google Shape;314;p25"/>
          <p:cNvSpPr txBox="1">
            <a:spLocks noGrp="1"/>
          </p:cNvSpPr>
          <p:nvPr>
            <p:ph type="subTitle" idx="8"/>
          </p:nvPr>
        </p:nvSpPr>
        <p:spPr>
          <a:xfrm>
            <a:off x="442900" y="3172725"/>
            <a:ext cx="1289400" cy="226200"/>
          </a:xfrm>
          <a:prstGeom prst="rect">
            <a:avLst/>
          </a:prstGeom>
        </p:spPr>
        <p:txBody>
          <a:bodyPr spcFirstLastPara="1" wrap="square" lIns="0" tIns="0" rIns="0" bIns="0" anchor="t" anchorCtr="0">
            <a:noAutofit/>
          </a:bodyPr>
          <a:lstStyle>
            <a:lvl1pPr lvl="0">
              <a:spcBef>
                <a:spcPts val="0"/>
              </a:spcBef>
              <a:spcAft>
                <a:spcPts val="0"/>
              </a:spcAft>
              <a:buNone/>
              <a:defRPr>
                <a:latin typeface="Figtree Light"/>
                <a:ea typeface="Figtree Light"/>
                <a:cs typeface="Figtree Light"/>
                <a:sym typeface="Figtree Light"/>
              </a:defRPr>
            </a:lvl1pPr>
            <a:lvl2pPr lvl="1">
              <a:spcBef>
                <a:spcPts val="0"/>
              </a:spcBef>
              <a:spcAft>
                <a:spcPts val="0"/>
              </a:spcAft>
              <a:buNone/>
              <a:defRPr>
                <a:latin typeface="Figtree Light"/>
                <a:ea typeface="Figtree Light"/>
                <a:cs typeface="Figtree Light"/>
                <a:sym typeface="Figtree Light"/>
              </a:defRPr>
            </a:lvl2pPr>
            <a:lvl3pPr lvl="2">
              <a:spcBef>
                <a:spcPts val="0"/>
              </a:spcBef>
              <a:spcAft>
                <a:spcPts val="0"/>
              </a:spcAft>
              <a:buNone/>
              <a:defRPr>
                <a:latin typeface="Figtree Light"/>
                <a:ea typeface="Figtree Light"/>
                <a:cs typeface="Figtree Light"/>
                <a:sym typeface="Figtree Light"/>
              </a:defRPr>
            </a:lvl3pPr>
            <a:lvl4pPr lvl="3">
              <a:spcBef>
                <a:spcPts val="0"/>
              </a:spcBef>
              <a:spcAft>
                <a:spcPts val="0"/>
              </a:spcAft>
              <a:buNone/>
              <a:defRPr>
                <a:latin typeface="Figtree Light"/>
                <a:ea typeface="Figtree Light"/>
                <a:cs typeface="Figtree Light"/>
                <a:sym typeface="Figtree Light"/>
              </a:defRPr>
            </a:lvl4pPr>
            <a:lvl5pPr lvl="4">
              <a:spcBef>
                <a:spcPts val="0"/>
              </a:spcBef>
              <a:spcAft>
                <a:spcPts val="0"/>
              </a:spcAft>
              <a:buNone/>
              <a:defRPr>
                <a:latin typeface="Figtree Light"/>
                <a:ea typeface="Figtree Light"/>
                <a:cs typeface="Figtree Light"/>
                <a:sym typeface="Figtree Light"/>
              </a:defRPr>
            </a:lvl5pPr>
            <a:lvl6pPr lvl="5">
              <a:spcBef>
                <a:spcPts val="0"/>
              </a:spcBef>
              <a:spcAft>
                <a:spcPts val="0"/>
              </a:spcAft>
              <a:buNone/>
              <a:defRPr>
                <a:latin typeface="Figtree Light"/>
                <a:ea typeface="Figtree Light"/>
                <a:cs typeface="Figtree Light"/>
                <a:sym typeface="Figtree Light"/>
              </a:defRPr>
            </a:lvl6pPr>
            <a:lvl7pPr lvl="6">
              <a:spcBef>
                <a:spcPts val="0"/>
              </a:spcBef>
              <a:spcAft>
                <a:spcPts val="0"/>
              </a:spcAft>
              <a:buNone/>
              <a:defRPr>
                <a:latin typeface="Figtree Light"/>
                <a:ea typeface="Figtree Light"/>
                <a:cs typeface="Figtree Light"/>
                <a:sym typeface="Figtree Light"/>
              </a:defRPr>
            </a:lvl7pPr>
            <a:lvl8pPr lvl="7">
              <a:spcBef>
                <a:spcPts val="0"/>
              </a:spcBef>
              <a:spcAft>
                <a:spcPts val="0"/>
              </a:spcAft>
              <a:buNone/>
              <a:defRPr>
                <a:latin typeface="Figtree Light"/>
                <a:ea typeface="Figtree Light"/>
                <a:cs typeface="Figtree Light"/>
                <a:sym typeface="Figtree Light"/>
              </a:defRPr>
            </a:lvl8pPr>
            <a:lvl9pPr lvl="8">
              <a:spcBef>
                <a:spcPts val="0"/>
              </a:spcBef>
              <a:spcAft>
                <a:spcPts val="0"/>
              </a:spcAft>
              <a:buNone/>
              <a:defRPr>
                <a:latin typeface="Figtree Light"/>
                <a:ea typeface="Figtree Light"/>
                <a:cs typeface="Figtree Light"/>
                <a:sym typeface="Figtree Light"/>
              </a:defRPr>
            </a:lvl9pPr>
          </a:lstStyle>
          <a:p>
            <a:endParaRPr/>
          </a:p>
        </p:txBody>
      </p:sp>
      <p:sp>
        <p:nvSpPr>
          <p:cNvPr id="315" name="Google Shape;315;p25"/>
          <p:cNvSpPr txBox="1">
            <a:spLocks noGrp="1"/>
          </p:cNvSpPr>
          <p:nvPr>
            <p:ph type="subTitle" idx="9"/>
          </p:nvPr>
        </p:nvSpPr>
        <p:spPr>
          <a:xfrm>
            <a:off x="442900" y="3418396"/>
            <a:ext cx="1289400" cy="125400"/>
          </a:xfrm>
          <a:prstGeom prst="rect">
            <a:avLst/>
          </a:prstGeom>
        </p:spPr>
        <p:txBody>
          <a:bodyPr spcFirstLastPara="1" wrap="square" lIns="0" tIns="0" rIns="0" bIns="0" anchor="t" anchorCtr="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a:endParaRPr/>
          </a:p>
        </p:txBody>
      </p:sp>
      <p:sp>
        <p:nvSpPr>
          <p:cNvPr id="316" name="Google Shape;316;p25"/>
          <p:cNvSpPr txBox="1">
            <a:spLocks noGrp="1"/>
          </p:cNvSpPr>
          <p:nvPr>
            <p:ph type="body" idx="13"/>
          </p:nvPr>
        </p:nvSpPr>
        <p:spPr>
          <a:xfrm>
            <a:off x="442898" y="3850550"/>
            <a:ext cx="1289400" cy="714000"/>
          </a:xfrm>
          <a:prstGeom prst="rect">
            <a:avLst/>
          </a:prstGeom>
        </p:spPr>
        <p:txBody>
          <a:bodyPr spcFirstLastPara="1" wrap="square" lIns="0" tIns="0" rIns="0" bIns="0" anchor="t" anchorCtr="0">
            <a:noAutofit/>
          </a:bodyPr>
          <a:lstStyle>
            <a:lvl1pPr marL="457200" lvl="0" indent="-285750">
              <a:spcBef>
                <a:spcPts val="0"/>
              </a:spcBef>
              <a:spcAft>
                <a:spcPts val="0"/>
              </a:spcAft>
              <a:buClr>
                <a:schemeClr val="dk1"/>
              </a:buClr>
              <a:buSzPts val="900"/>
              <a:buFont typeface="Jost Light"/>
              <a:buChar char="●"/>
              <a:defRPr sz="900">
                <a:latin typeface="Jost Light"/>
                <a:ea typeface="Jost Light"/>
                <a:cs typeface="Jost Light"/>
                <a:sym typeface="Jost Light"/>
              </a:defRPr>
            </a:lvl1pPr>
            <a:lvl2pPr marL="914400" lvl="1" indent="-285750">
              <a:spcBef>
                <a:spcPts val="0"/>
              </a:spcBef>
              <a:spcAft>
                <a:spcPts val="0"/>
              </a:spcAft>
              <a:buClr>
                <a:schemeClr val="dk1"/>
              </a:buClr>
              <a:buSzPts val="900"/>
              <a:buFont typeface="Jost Light"/>
              <a:buChar char="○"/>
              <a:defRPr sz="900">
                <a:latin typeface="Jost Light"/>
                <a:ea typeface="Jost Light"/>
                <a:cs typeface="Jost Light"/>
                <a:sym typeface="Jost Light"/>
              </a:defRPr>
            </a:lvl2pPr>
            <a:lvl3pPr marL="1371600" lvl="2" indent="-285750">
              <a:spcBef>
                <a:spcPts val="0"/>
              </a:spcBef>
              <a:spcAft>
                <a:spcPts val="0"/>
              </a:spcAft>
              <a:buClr>
                <a:schemeClr val="dk1"/>
              </a:buClr>
              <a:buSzPts val="900"/>
              <a:buFont typeface="Jost Light"/>
              <a:buChar char="■"/>
              <a:defRPr sz="900">
                <a:latin typeface="Jost Light"/>
                <a:ea typeface="Jost Light"/>
                <a:cs typeface="Jost Light"/>
                <a:sym typeface="Jost Light"/>
              </a:defRPr>
            </a:lvl3pPr>
            <a:lvl4pPr marL="1828800" lvl="3" indent="-285750">
              <a:spcBef>
                <a:spcPts val="0"/>
              </a:spcBef>
              <a:spcAft>
                <a:spcPts val="0"/>
              </a:spcAft>
              <a:buClr>
                <a:schemeClr val="dk1"/>
              </a:buClr>
              <a:buSzPts val="900"/>
              <a:buFont typeface="Jost Light"/>
              <a:buChar char="●"/>
              <a:defRPr sz="900">
                <a:latin typeface="Jost Light"/>
                <a:ea typeface="Jost Light"/>
                <a:cs typeface="Jost Light"/>
                <a:sym typeface="Jost Light"/>
              </a:defRPr>
            </a:lvl4pPr>
            <a:lvl5pPr marL="2286000" lvl="4" indent="-285750">
              <a:spcBef>
                <a:spcPts val="0"/>
              </a:spcBef>
              <a:spcAft>
                <a:spcPts val="0"/>
              </a:spcAft>
              <a:buClr>
                <a:schemeClr val="dk1"/>
              </a:buClr>
              <a:buSzPts val="900"/>
              <a:buFont typeface="Jost Light"/>
              <a:buChar char="○"/>
              <a:defRPr sz="900">
                <a:latin typeface="Jost Light"/>
                <a:ea typeface="Jost Light"/>
                <a:cs typeface="Jost Light"/>
                <a:sym typeface="Jost Light"/>
              </a:defRPr>
            </a:lvl5pPr>
            <a:lvl6pPr marL="2743200" lvl="5" indent="-285750">
              <a:spcBef>
                <a:spcPts val="0"/>
              </a:spcBef>
              <a:spcAft>
                <a:spcPts val="0"/>
              </a:spcAft>
              <a:buClr>
                <a:schemeClr val="dk1"/>
              </a:buClr>
              <a:buSzPts val="900"/>
              <a:buFont typeface="Jost Light"/>
              <a:buChar char="■"/>
              <a:defRPr sz="900">
                <a:latin typeface="Jost Light"/>
                <a:ea typeface="Jost Light"/>
                <a:cs typeface="Jost Light"/>
                <a:sym typeface="Jost Light"/>
              </a:defRPr>
            </a:lvl6pPr>
            <a:lvl7pPr marL="3200400" lvl="6" indent="-285750">
              <a:spcBef>
                <a:spcPts val="0"/>
              </a:spcBef>
              <a:spcAft>
                <a:spcPts val="0"/>
              </a:spcAft>
              <a:buClr>
                <a:schemeClr val="dk1"/>
              </a:buClr>
              <a:buSzPts val="900"/>
              <a:buFont typeface="Jost Light"/>
              <a:buChar char="●"/>
              <a:defRPr sz="900">
                <a:latin typeface="Jost Light"/>
                <a:ea typeface="Jost Light"/>
                <a:cs typeface="Jost Light"/>
                <a:sym typeface="Jost Light"/>
              </a:defRPr>
            </a:lvl7pPr>
            <a:lvl8pPr marL="3657600" lvl="7" indent="-285750">
              <a:spcBef>
                <a:spcPts val="0"/>
              </a:spcBef>
              <a:spcAft>
                <a:spcPts val="0"/>
              </a:spcAft>
              <a:buClr>
                <a:schemeClr val="dk1"/>
              </a:buClr>
              <a:buSzPts val="900"/>
              <a:buFont typeface="Jost Light"/>
              <a:buChar char="○"/>
              <a:defRPr sz="900">
                <a:latin typeface="Jost Light"/>
                <a:ea typeface="Jost Light"/>
                <a:cs typeface="Jost Light"/>
                <a:sym typeface="Jost Light"/>
              </a:defRPr>
            </a:lvl8pPr>
            <a:lvl9pPr marL="4114800" lvl="8" indent="-285750">
              <a:spcBef>
                <a:spcPts val="0"/>
              </a:spcBef>
              <a:spcAft>
                <a:spcPts val="0"/>
              </a:spcAft>
              <a:buClr>
                <a:schemeClr val="dk1"/>
              </a:buClr>
              <a:buSzPts val="900"/>
              <a:buFont typeface="Jost Light"/>
              <a:buChar char="■"/>
              <a:defRPr sz="900">
                <a:latin typeface="Jost Light"/>
                <a:ea typeface="Jost Light"/>
                <a:cs typeface="Jost Light"/>
                <a:sym typeface="Jost Light"/>
              </a:defRPr>
            </a:lvl9pPr>
          </a:lstStyle>
          <a:p>
            <a:endParaRPr/>
          </a:p>
        </p:txBody>
      </p:sp>
      <p:sp>
        <p:nvSpPr>
          <p:cNvPr id="317" name="Google Shape;317;p25"/>
          <p:cNvSpPr txBox="1">
            <a:spLocks noGrp="1"/>
          </p:cNvSpPr>
          <p:nvPr>
            <p:ph type="subTitle" idx="14"/>
          </p:nvPr>
        </p:nvSpPr>
        <p:spPr>
          <a:xfrm>
            <a:off x="3201413" y="3173750"/>
            <a:ext cx="1289400" cy="226200"/>
          </a:xfrm>
          <a:prstGeom prst="rect">
            <a:avLst/>
          </a:prstGeom>
        </p:spPr>
        <p:txBody>
          <a:bodyPr spcFirstLastPara="1" wrap="square" lIns="0" tIns="0" rIns="0" bIns="0" anchor="t" anchorCtr="0">
            <a:noAutofit/>
          </a:bodyPr>
          <a:lstStyle>
            <a:lvl1pPr lvl="0">
              <a:spcBef>
                <a:spcPts val="0"/>
              </a:spcBef>
              <a:spcAft>
                <a:spcPts val="0"/>
              </a:spcAft>
              <a:buNone/>
              <a:defRPr>
                <a:latin typeface="Figtree Light"/>
                <a:ea typeface="Figtree Light"/>
                <a:cs typeface="Figtree Light"/>
                <a:sym typeface="Figtree Light"/>
              </a:defRPr>
            </a:lvl1pPr>
            <a:lvl2pPr lvl="1">
              <a:spcBef>
                <a:spcPts val="0"/>
              </a:spcBef>
              <a:spcAft>
                <a:spcPts val="0"/>
              </a:spcAft>
              <a:buNone/>
              <a:defRPr>
                <a:latin typeface="Figtree Light"/>
                <a:ea typeface="Figtree Light"/>
                <a:cs typeface="Figtree Light"/>
                <a:sym typeface="Figtree Light"/>
              </a:defRPr>
            </a:lvl2pPr>
            <a:lvl3pPr lvl="2">
              <a:spcBef>
                <a:spcPts val="0"/>
              </a:spcBef>
              <a:spcAft>
                <a:spcPts val="0"/>
              </a:spcAft>
              <a:buNone/>
              <a:defRPr>
                <a:latin typeface="Figtree Light"/>
                <a:ea typeface="Figtree Light"/>
                <a:cs typeface="Figtree Light"/>
                <a:sym typeface="Figtree Light"/>
              </a:defRPr>
            </a:lvl3pPr>
            <a:lvl4pPr lvl="3">
              <a:spcBef>
                <a:spcPts val="0"/>
              </a:spcBef>
              <a:spcAft>
                <a:spcPts val="0"/>
              </a:spcAft>
              <a:buNone/>
              <a:defRPr>
                <a:latin typeface="Figtree Light"/>
                <a:ea typeface="Figtree Light"/>
                <a:cs typeface="Figtree Light"/>
                <a:sym typeface="Figtree Light"/>
              </a:defRPr>
            </a:lvl4pPr>
            <a:lvl5pPr lvl="4">
              <a:spcBef>
                <a:spcPts val="0"/>
              </a:spcBef>
              <a:spcAft>
                <a:spcPts val="0"/>
              </a:spcAft>
              <a:buNone/>
              <a:defRPr>
                <a:latin typeface="Figtree Light"/>
                <a:ea typeface="Figtree Light"/>
                <a:cs typeface="Figtree Light"/>
                <a:sym typeface="Figtree Light"/>
              </a:defRPr>
            </a:lvl5pPr>
            <a:lvl6pPr lvl="5">
              <a:spcBef>
                <a:spcPts val="0"/>
              </a:spcBef>
              <a:spcAft>
                <a:spcPts val="0"/>
              </a:spcAft>
              <a:buNone/>
              <a:defRPr>
                <a:latin typeface="Figtree Light"/>
                <a:ea typeface="Figtree Light"/>
                <a:cs typeface="Figtree Light"/>
                <a:sym typeface="Figtree Light"/>
              </a:defRPr>
            </a:lvl6pPr>
            <a:lvl7pPr lvl="6">
              <a:spcBef>
                <a:spcPts val="0"/>
              </a:spcBef>
              <a:spcAft>
                <a:spcPts val="0"/>
              </a:spcAft>
              <a:buNone/>
              <a:defRPr>
                <a:latin typeface="Figtree Light"/>
                <a:ea typeface="Figtree Light"/>
                <a:cs typeface="Figtree Light"/>
                <a:sym typeface="Figtree Light"/>
              </a:defRPr>
            </a:lvl7pPr>
            <a:lvl8pPr lvl="7">
              <a:spcBef>
                <a:spcPts val="0"/>
              </a:spcBef>
              <a:spcAft>
                <a:spcPts val="0"/>
              </a:spcAft>
              <a:buNone/>
              <a:defRPr>
                <a:latin typeface="Figtree Light"/>
                <a:ea typeface="Figtree Light"/>
                <a:cs typeface="Figtree Light"/>
                <a:sym typeface="Figtree Light"/>
              </a:defRPr>
            </a:lvl8pPr>
            <a:lvl9pPr lvl="8">
              <a:spcBef>
                <a:spcPts val="0"/>
              </a:spcBef>
              <a:spcAft>
                <a:spcPts val="0"/>
              </a:spcAft>
              <a:buNone/>
              <a:defRPr>
                <a:latin typeface="Figtree Light"/>
                <a:ea typeface="Figtree Light"/>
                <a:cs typeface="Figtree Light"/>
                <a:sym typeface="Figtree Light"/>
              </a:defRPr>
            </a:lvl9pPr>
          </a:lstStyle>
          <a:p>
            <a:endParaRPr/>
          </a:p>
        </p:txBody>
      </p:sp>
      <p:sp>
        <p:nvSpPr>
          <p:cNvPr id="318" name="Google Shape;318;p25"/>
          <p:cNvSpPr txBox="1">
            <a:spLocks noGrp="1"/>
          </p:cNvSpPr>
          <p:nvPr>
            <p:ph type="subTitle" idx="15"/>
          </p:nvPr>
        </p:nvSpPr>
        <p:spPr>
          <a:xfrm>
            <a:off x="3201413" y="3419421"/>
            <a:ext cx="1289400" cy="125400"/>
          </a:xfrm>
          <a:prstGeom prst="rect">
            <a:avLst/>
          </a:prstGeom>
        </p:spPr>
        <p:txBody>
          <a:bodyPr spcFirstLastPara="1" wrap="square" lIns="0" tIns="0" rIns="0" bIns="0" anchor="t" anchorCtr="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a:endParaRPr/>
          </a:p>
        </p:txBody>
      </p:sp>
      <p:sp>
        <p:nvSpPr>
          <p:cNvPr id="319" name="Google Shape;319;p25"/>
          <p:cNvSpPr txBox="1">
            <a:spLocks noGrp="1"/>
          </p:cNvSpPr>
          <p:nvPr>
            <p:ph type="body" idx="16"/>
          </p:nvPr>
        </p:nvSpPr>
        <p:spPr>
          <a:xfrm>
            <a:off x="3201411" y="3851575"/>
            <a:ext cx="1289400" cy="714000"/>
          </a:xfrm>
          <a:prstGeom prst="rect">
            <a:avLst/>
          </a:prstGeom>
        </p:spPr>
        <p:txBody>
          <a:bodyPr spcFirstLastPara="1" wrap="square" lIns="0" tIns="0" rIns="0" bIns="0" anchor="t" anchorCtr="0">
            <a:noAutofit/>
          </a:bodyPr>
          <a:lstStyle>
            <a:lvl1pPr marL="457200" lvl="0" indent="-285750">
              <a:spcBef>
                <a:spcPts val="0"/>
              </a:spcBef>
              <a:spcAft>
                <a:spcPts val="0"/>
              </a:spcAft>
              <a:buClr>
                <a:schemeClr val="dk1"/>
              </a:buClr>
              <a:buSzPts val="900"/>
              <a:buFont typeface="Jost Light"/>
              <a:buChar char="●"/>
              <a:defRPr sz="900">
                <a:latin typeface="Jost Light"/>
                <a:ea typeface="Jost Light"/>
                <a:cs typeface="Jost Light"/>
                <a:sym typeface="Jost Light"/>
              </a:defRPr>
            </a:lvl1pPr>
            <a:lvl2pPr marL="914400" lvl="1" indent="-285750">
              <a:spcBef>
                <a:spcPts val="0"/>
              </a:spcBef>
              <a:spcAft>
                <a:spcPts val="0"/>
              </a:spcAft>
              <a:buClr>
                <a:schemeClr val="dk1"/>
              </a:buClr>
              <a:buSzPts val="900"/>
              <a:buFont typeface="Jost Light"/>
              <a:buChar char="○"/>
              <a:defRPr sz="900">
                <a:latin typeface="Jost Light"/>
                <a:ea typeface="Jost Light"/>
                <a:cs typeface="Jost Light"/>
                <a:sym typeface="Jost Light"/>
              </a:defRPr>
            </a:lvl2pPr>
            <a:lvl3pPr marL="1371600" lvl="2" indent="-285750">
              <a:spcBef>
                <a:spcPts val="0"/>
              </a:spcBef>
              <a:spcAft>
                <a:spcPts val="0"/>
              </a:spcAft>
              <a:buClr>
                <a:schemeClr val="dk1"/>
              </a:buClr>
              <a:buSzPts val="900"/>
              <a:buFont typeface="Jost Light"/>
              <a:buChar char="■"/>
              <a:defRPr sz="900">
                <a:latin typeface="Jost Light"/>
                <a:ea typeface="Jost Light"/>
                <a:cs typeface="Jost Light"/>
                <a:sym typeface="Jost Light"/>
              </a:defRPr>
            </a:lvl3pPr>
            <a:lvl4pPr marL="1828800" lvl="3" indent="-285750">
              <a:spcBef>
                <a:spcPts val="0"/>
              </a:spcBef>
              <a:spcAft>
                <a:spcPts val="0"/>
              </a:spcAft>
              <a:buClr>
                <a:schemeClr val="dk1"/>
              </a:buClr>
              <a:buSzPts val="900"/>
              <a:buFont typeface="Jost Light"/>
              <a:buChar char="●"/>
              <a:defRPr sz="900">
                <a:latin typeface="Jost Light"/>
                <a:ea typeface="Jost Light"/>
                <a:cs typeface="Jost Light"/>
                <a:sym typeface="Jost Light"/>
              </a:defRPr>
            </a:lvl4pPr>
            <a:lvl5pPr marL="2286000" lvl="4" indent="-285750">
              <a:spcBef>
                <a:spcPts val="0"/>
              </a:spcBef>
              <a:spcAft>
                <a:spcPts val="0"/>
              </a:spcAft>
              <a:buClr>
                <a:schemeClr val="dk1"/>
              </a:buClr>
              <a:buSzPts val="900"/>
              <a:buFont typeface="Jost Light"/>
              <a:buChar char="○"/>
              <a:defRPr sz="900">
                <a:latin typeface="Jost Light"/>
                <a:ea typeface="Jost Light"/>
                <a:cs typeface="Jost Light"/>
                <a:sym typeface="Jost Light"/>
              </a:defRPr>
            </a:lvl5pPr>
            <a:lvl6pPr marL="2743200" lvl="5" indent="-285750">
              <a:spcBef>
                <a:spcPts val="0"/>
              </a:spcBef>
              <a:spcAft>
                <a:spcPts val="0"/>
              </a:spcAft>
              <a:buClr>
                <a:schemeClr val="dk1"/>
              </a:buClr>
              <a:buSzPts val="900"/>
              <a:buFont typeface="Jost Light"/>
              <a:buChar char="■"/>
              <a:defRPr sz="900">
                <a:latin typeface="Jost Light"/>
                <a:ea typeface="Jost Light"/>
                <a:cs typeface="Jost Light"/>
                <a:sym typeface="Jost Light"/>
              </a:defRPr>
            </a:lvl6pPr>
            <a:lvl7pPr marL="3200400" lvl="6" indent="-285750">
              <a:spcBef>
                <a:spcPts val="0"/>
              </a:spcBef>
              <a:spcAft>
                <a:spcPts val="0"/>
              </a:spcAft>
              <a:buClr>
                <a:schemeClr val="dk1"/>
              </a:buClr>
              <a:buSzPts val="900"/>
              <a:buFont typeface="Jost Light"/>
              <a:buChar char="●"/>
              <a:defRPr sz="900">
                <a:latin typeface="Jost Light"/>
                <a:ea typeface="Jost Light"/>
                <a:cs typeface="Jost Light"/>
                <a:sym typeface="Jost Light"/>
              </a:defRPr>
            </a:lvl7pPr>
            <a:lvl8pPr marL="3657600" lvl="7" indent="-285750">
              <a:spcBef>
                <a:spcPts val="0"/>
              </a:spcBef>
              <a:spcAft>
                <a:spcPts val="0"/>
              </a:spcAft>
              <a:buClr>
                <a:schemeClr val="dk1"/>
              </a:buClr>
              <a:buSzPts val="900"/>
              <a:buFont typeface="Jost Light"/>
              <a:buChar char="○"/>
              <a:defRPr sz="900">
                <a:latin typeface="Jost Light"/>
                <a:ea typeface="Jost Light"/>
                <a:cs typeface="Jost Light"/>
                <a:sym typeface="Jost Light"/>
              </a:defRPr>
            </a:lvl8pPr>
            <a:lvl9pPr marL="4114800" lvl="8" indent="-285750">
              <a:spcBef>
                <a:spcPts val="0"/>
              </a:spcBef>
              <a:spcAft>
                <a:spcPts val="0"/>
              </a:spcAft>
              <a:buClr>
                <a:schemeClr val="dk1"/>
              </a:buClr>
              <a:buSzPts val="900"/>
              <a:buFont typeface="Jost Light"/>
              <a:buChar char="■"/>
              <a:defRPr sz="900">
                <a:latin typeface="Jost Light"/>
                <a:ea typeface="Jost Light"/>
                <a:cs typeface="Jost Light"/>
                <a:sym typeface="Jost Light"/>
              </a:defRPr>
            </a:lvl9pPr>
          </a:lstStyle>
          <a:p>
            <a:endParaRPr/>
          </a:p>
        </p:txBody>
      </p:sp>
      <p:sp>
        <p:nvSpPr>
          <p:cNvPr id="320" name="Google Shape;320;p25"/>
          <p:cNvSpPr txBox="1">
            <a:spLocks noGrp="1"/>
          </p:cNvSpPr>
          <p:nvPr>
            <p:ph type="subTitle" idx="17"/>
          </p:nvPr>
        </p:nvSpPr>
        <p:spPr>
          <a:xfrm>
            <a:off x="4652727" y="3173750"/>
            <a:ext cx="1289400" cy="226200"/>
          </a:xfrm>
          <a:prstGeom prst="rect">
            <a:avLst/>
          </a:prstGeom>
        </p:spPr>
        <p:txBody>
          <a:bodyPr spcFirstLastPara="1" wrap="square" lIns="0" tIns="0" rIns="0" bIns="0" anchor="t" anchorCtr="0">
            <a:noAutofit/>
          </a:bodyPr>
          <a:lstStyle>
            <a:lvl1pPr lvl="0">
              <a:spcBef>
                <a:spcPts val="0"/>
              </a:spcBef>
              <a:spcAft>
                <a:spcPts val="0"/>
              </a:spcAft>
              <a:buNone/>
              <a:defRPr>
                <a:latin typeface="Figtree Light"/>
                <a:ea typeface="Figtree Light"/>
                <a:cs typeface="Figtree Light"/>
                <a:sym typeface="Figtree Light"/>
              </a:defRPr>
            </a:lvl1pPr>
            <a:lvl2pPr lvl="1">
              <a:spcBef>
                <a:spcPts val="0"/>
              </a:spcBef>
              <a:spcAft>
                <a:spcPts val="0"/>
              </a:spcAft>
              <a:buNone/>
              <a:defRPr>
                <a:latin typeface="Figtree Light"/>
                <a:ea typeface="Figtree Light"/>
                <a:cs typeface="Figtree Light"/>
                <a:sym typeface="Figtree Light"/>
              </a:defRPr>
            </a:lvl2pPr>
            <a:lvl3pPr lvl="2">
              <a:spcBef>
                <a:spcPts val="0"/>
              </a:spcBef>
              <a:spcAft>
                <a:spcPts val="0"/>
              </a:spcAft>
              <a:buNone/>
              <a:defRPr>
                <a:latin typeface="Figtree Light"/>
                <a:ea typeface="Figtree Light"/>
                <a:cs typeface="Figtree Light"/>
                <a:sym typeface="Figtree Light"/>
              </a:defRPr>
            </a:lvl3pPr>
            <a:lvl4pPr lvl="3">
              <a:spcBef>
                <a:spcPts val="0"/>
              </a:spcBef>
              <a:spcAft>
                <a:spcPts val="0"/>
              </a:spcAft>
              <a:buNone/>
              <a:defRPr>
                <a:latin typeface="Figtree Light"/>
                <a:ea typeface="Figtree Light"/>
                <a:cs typeface="Figtree Light"/>
                <a:sym typeface="Figtree Light"/>
              </a:defRPr>
            </a:lvl4pPr>
            <a:lvl5pPr lvl="4">
              <a:spcBef>
                <a:spcPts val="0"/>
              </a:spcBef>
              <a:spcAft>
                <a:spcPts val="0"/>
              </a:spcAft>
              <a:buNone/>
              <a:defRPr>
                <a:latin typeface="Figtree Light"/>
                <a:ea typeface="Figtree Light"/>
                <a:cs typeface="Figtree Light"/>
                <a:sym typeface="Figtree Light"/>
              </a:defRPr>
            </a:lvl5pPr>
            <a:lvl6pPr lvl="5">
              <a:spcBef>
                <a:spcPts val="0"/>
              </a:spcBef>
              <a:spcAft>
                <a:spcPts val="0"/>
              </a:spcAft>
              <a:buNone/>
              <a:defRPr>
                <a:latin typeface="Figtree Light"/>
                <a:ea typeface="Figtree Light"/>
                <a:cs typeface="Figtree Light"/>
                <a:sym typeface="Figtree Light"/>
              </a:defRPr>
            </a:lvl6pPr>
            <a:lvl7pPr lvl="6">
              <a:spcBef>
                <a:spcPts val="0"/>
              </a:spcBef>
              <a:spcAft>
                <a:spcPts val="0"/>
              </a:spcAft>
              <a:buNone/>
              <a:defRPr>
                <a:latin typeface="Figtree Light"/>
                <a:ea typeface="Figtree Light"/>
                <a:cs typeface="Figtree Light"/>
                <a:sym typeface="Figtree Light"/>
              </a:defRPr>
            </a:lvl7pPr>
            <a:lvl8pPr lvl="7">
              <a:spcBef>
                <a:spcPts val="0"/>
              </a:spcBef>
              <a:spcAft>
                <a:spcPts val="0"/>
              </a:spcAft>
              <a:buNone/>
              <a:defRPr>
                <a:latin typeface="Figtree Light"/>
                <a:ea typeface="Figtree Light"/>
                <a:cs typeface="Figtree Light"/>
                <a:sym typeface="Figtree Light"/>
              </a:defRPr>
            </a:lvl8pPr>
            <a:lvl9pPr lvl="8">
              <a:spcBef>
                <a:spcPts val="0"/>
              </a:spcBef>
              <a:spcAft>
                <a:spcPts val="0"/>
              </a:spcAft>
              <a:buNone/>
              <a:defRPr>
                <a:latin typeface="Figtree Light"/>
                <a:ea typeface="Figtree Light"/>
                <a:cs typeface="Figtree Light"/>
                <a:sym typeface="Figtree Light"/>
              </a:defRPr>
            </a:lvl9pPr>
          </a:lstStyle>
          <a:p>
            <a:endParaRPr/>
          </a:p>
        </p:txBody>
      </p:sp>
      <p:sp>
        <p:nvSpPr>
          <p:cNvPr id="321" name="Google Shape;321;p25"/>
          <p:cNvSpPr txBox="1">
            <a:spLocks noGrp="1"/>
          </p:cNvSpPr>
          <p:nvPr>
            <p:ph type="subTitle" idx="18"/>
          </p:nvPr>
        </p:nvSpPr>
        <p:spPr>
          <a:xfrm>
            <a:off x="4652727" y="3419421"/>
            <a:ext cx="1289400" cy="125400"/>
          </a:xfrm>
          <a:prstGeom prst="rect">
            <a:avLst/>
          </a:prstGeom>
        </p:spPr>
        <p:txBody>
          <a:bodyPr spcFirstLastPara="1" wrap="square" lIns="0" tIns="0" rIns="0" bIns="0" anchor="t" anchorCtr="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a:endParaRPr/>
          </a:p>
        </p:txBody>
      </p:sp>
      <p:sp>
        <p:nvSpPr>
          <p:cNvPr id="322" name="Google Shape;322;p25"/>
          <p:cNvSpPr txBox="1">
            <a:spLocks noGrp="1"/>
          </p:cNvSpPr>
          <p:nvPr>
            <p:ph type="body" idx="19"/>
          </p:nvPr>
        </p:nvSpPr>
        <p:spPr>
          <a:xfrm>
            <a:off x="4652725" y="3851575"/>
            <a:ext cx="1289400" cy="714000"/>
          </a:xfrm>
          <a:prstGeom prst="rect">
            <a:avLst/>
          </a:prstGeom>
        </p:spPr>
        <p:txBody>
          <a:bodyPr spcFirstLastPara="1" wrap="square" lIns="0" tIns="0" rIns="0" bIns="0" anchor="t" anchorCtr="0">
            <a:noAutofit/>
          </a:bodyPr>
          <a:lstStyle>
            <a:lvl1pPr marL="457200" lvl="0" indent="-285750">
              <a:spcBef>
                <a:spcPts val="0"/>
              </a:spcBef>
              <a:spcAft>
                <a:spcPts val="0"/>
              </a:spcAft>
              <a:buClr>
                <a:schemeClr val="dk1"/>
              </a:buClr>
              <a:buSzPts val="900"/>
              <a:buFont typeface="Jost Light"/>
              <a:buChar char="●"/>
              <a:defRPr sz="900">
                <a:latin typeface="Jost Light"/>
                <a:ea typeface="Jost Light"/>
                <a:cs typeface="Jost Light"/>
                <a:sym typeface="Jost Light"/>
              </a:defRPr>
            </a:lvl1pPr>
            <a:lvl2pPr marL="914400" lvl="1" indent="-285750">
              <a:spcBef>
                <a:spcPts val="0"/>
              </a:spcBef>
              <a:spcAft>
                <a:spcPts val="0"/>
              </a:spcAft>
              <a:buClr>
                <a:schemeClr val="dk1"/>
              </a:buClr>
              <a:buSzPts val="900"/>
              <a:buFont typeface="Jost Light"/>
              <a:buChar char="○"/>
              <a:defRPr sz="900">
                <a:latin typeface="Jost Light"/>
                <a:ea typeface="Jost Light"/>
                <a:cs typeface="Jost Light"/>
                <a:sym typeface="Jost Light"/>
              </a:defRPr>
            </a:lvl2pPr>
            <a:lvl3pPr marL="1371600" lvl="2" indent="-285750">
              <a:spcBef>
                <a:spcPts val="0"/>
              </a:spcBef>
              <a:spcAft>
                <a:spcPts val="0"/>
              </a:spcAft>
              <a:buClr>
                <a:schemeClr val="dk1"/>
              </a:buClr>
              <a:buSzPts val="900"/>
              <a:buFont typeface="Jost Light"/>
              <a:buChar char="■"/>
              <a:defRPr sz="900">
                <a:latin typeface="Jost Light"/>
                <a:ea typeface="Jost Light"/>
                <a:cs typeface="Jost Light"/>
                <a:sym typeface="Jost Light"/>
              </a:defRPr>
            </a:lvl3pPr>
            <a:lvl4pPr marL="1828800" lvl="3" indent="-285750">
              <a:spcBef>
                <a:spcPts val="0"/>
              </a:spcBef>
              <a:spcAft>
                <a:spcPts val="0"/>
              </a:spcAft>
              <a:buClr>
                <a:schemeClr val="dk1"/>
              </a:buClr>
              <a:buSzPts val="900"/>
              <a:buFont typeface="Jost Light"/>
              <a:buChar char="●"/>
              <a:defRPr sz="900">
                <a:latin typeface="Jost Light"/>
                <a:ea typeface="Jost Light"/>
                <a:cs typeface="Jost Light"/>
                <a:sym typeface="Jost Light"/>
              </a:defRPr>
            </a:lvl4pPr>
            <a:lvl5pPr marL="2286000" lvl="4" indent="-285750">
              <a:spcBef>
                <a:spcPts val="0"/>
              </a:spcBef>
              <a:spcAft>
                <a:spcPts val="0"/>
              </a:spcAft>
              <a:buClr>
                <a:schemeClr val="dk1"/>
              </a:buClr>
              <a:buSzPts val="900"/>
              <a:buFont typeface="Jost Light"/>
              <a:buChar char="○"/>
              <a:defRPr sz="900">
                <a:latin typeface="Jost Light"/>
                <a:ea typeface="Jost Light"/>
                <a:cs typeface="Jost Light"/>
                <a:sym typeface="Jost Light"/>
              </a:defRPr>
            </a:lvl5pPr>
            <a:lvl6pPr marL="2743200" lvl="5" indent="-285750">
              <a:spcBef>
                <a:spcPts val="0"/>
              </a:spcBef>
              <a:spcAft>
                <a:spcPts val="0"/>
              </a:spcAft>
              <a:buClr>
                <a:schemeClr val="dk1"/>
              </a:buClr>
              <a:buSzPts val="900"/>
              <a:buFont typeface="Jost Light"/>
              <a:buChar char="■"/>
              <a:defRPr sz="900">
                <a:latin typeface="Jost Light"/>
                <a:ea typeface="Jost Light"/>
                <a:cs typeface="Jost Light"/>
                <a:sym typeface="Jost Light"/>
              </a:defRPr>
            </a:lvl6pPr>
            <a:lvl7pPr marL="3200400" lvl="6" indent="-285750">
              <a:spcBef>
                <a:spcPts val="0"/>
              </a:spcBef>
              <a:spcAft>
                <a:spcPts val="0"/>
              </a:spcAft>
              <a:buClr>
                <a:schemeClr val="dk1"/>
              </a:buClr>
              <a:buSzPts val="900"/>
              <a:buFont typeface="Jost Light"/>
              <a:buChar char="●"/>
              <a:defRPr sz="900">
                <a:latin typeface="Jost Light"/>
                <a:ea typeface="Jost Light"/>
                <a:cs typeface="Jost Light"/>
                <a:sym typeface="Jost Light"/>
              </a:defRPr>
            </a:lvl7pPr>
            <a:lvl8pPr marL="3657600" lvl="7" indent="-285750">
              <a:spcBef>
                <a:spcPts val="0"/>
              </a:spcBef>
              <a:spcAft>
                <a:spcPts val="0"/>
              </a:spcAft>
              <a:buClr>
                <a:schemeClr val="dk1"/>
              </a:buClr>
              <a:buSzPts val="900"/>
              <a:buFont typeface="Jost Light"/>
              <a:buChar char="○"/>
              <a:defRPr sz="900">
                <a:latin typeface="Jost Light"/>
                <a:ea typeface="Jost Light"/>
                <a:cs typeface="Jost Light"/>
                <a:sym typeface="Jost Light"/>
              </a:defRPr>
            </a:lvl8pPr>
            <a:lvl9pPr marL="4114800" lvl="8" indent="-285750">
              <a:spcBef>
                <a:spcPts val="0"/>
              </a:spcBef>
              <a:spcAft>
                <a:spcPts val="0"/>
              </a:spcAft>
              <a:buClr>
                <a:schemeClr val="dk1"/>
              </a:buClr>
              <a:buSzPts val="900"/>
              <a:buFont typeface="Jost Light"/>
              <a:buChar char="■"/>
              <a:defRPr sz="900">
                <a:latin typeface="Jost Light"/>
                <a:ea typeface="Jost Light"/>
                <a:cs typeface="Jost Light"/>
                <a:sym typeface="Jost Light"/>
              </a:defRPr>
            </a:lvl9pPr>
          </a:lstStyle>
          <a:p>
            <a:endParaRPr/>
          </a:p>
        </p:txBody>
      </p:sp>
      <p:sp>
        <p:nvSpPr>
          <p:cNvPr id="323" name="Google Shape;323;p25"/>
          <p:cNvSpPr txBox="1">
            <a:spLocks noGrp="1"/>
          </p:cNvSpPr>
          <p:nvPr>
            <p:ph type="subTitle" idx="20"/>
          </p:nvPr>
        </p:nvSpPr>
        <p:spPr>
          <a:xfrm>
            <a:off x="7646687" y="3172725"/>
            <a:ext cx="1289400" cy="226200"/>
          </a:xfrm>
          <a:prstGeom prst="rect">
            <a:avLst/>
          </a:prstGeom>
        </p:spPr>
        <p:txBody>
          <a:bodyPr spcFirstLastPara="1" wrap="square" lIns="0" tIns="0" rIns="0" bIns="0" anchor="t" anchorCtr="0">
            <a:noAutofit/>
          </a:bodyPr>
          <a:lstStyle>
            <a:lvl1pPr lvl="0">
              <a:spcBef>
                <a:spcPts val="0"/>
              </a:spcBef>
              <a:spcAft>
                <a:spcPts val="0"/>
              </a:spcAft>
              <a:buNone/>
              <a:defRPr>
                <a:latin typeface="Figtree Light"/>
                <a:ea typeface="Figtree Light"/>
                <a:cs typeface="Figtree Light"/>
                <a:sym typeface="Figtree Light"/>
              </a:defRPr>
            </a:lvl1pPr>
            <a:lvl2pPr lvl="1">
              <a:spcBef>
                <a:spcPts val="0"/>
              </a:spcBef>
              <a:spcAft>
                <a:spcPts val="0"/>
              </a:spcAft>
              <a:buNone/>
              <a:defRPr>
                <a:latin typeface="Figtree Light"/>
                <a:ea typeface="Figtree Light"/>
                <a:cs typeface="Figtree Light"/>
                <a:sym typeface="Figtree Light"/>
              </a:defRPr>
            </a:lvl2pPr>
            <a:lvl3pPr lvl="2">
              <a:spcBef>
                <a:spcPts val="0"/>
              </a:spcBef>
              <a:spcAft>
                <a:spcPts val="0"/>
              </a:spcAft>
              <a:buNone/>
              <a:defRPr>
                <a:latin typeface="Figtree Light"/>
                <a:ea typeface="Figtree Light"/>
                <a:cs typeface="Figtree Light"/>
                <a:sym typeface="Figtree Light"/>
              </a:defRPr>
            </a:lvl3pPr>
            <a:lvl4pPr lvl="3">
              <a:spcBef>
                <a:spcPts val="0"/>
              </a:spcBef>
              <a:spcAft>
                <a:spcPts val="0"/>
              </a:spcAft>
              <a:buNone/>
              <a:defRPr>
                <a:latin typeface="Figtree Light"/>
                <a:ea typeface="Figtree Light"/>
                <a:cs typeface="Figtree Light"/>
                <a:sym typeface="Figtree Light"/>
              </a:defRPr>
            </a:lvl4pPr>
            <a:lvl5pPr lvl="4">
              <a:spcBef>
                <a:spcPts val="0"/>
              </a:spcBef>
              <a:spcAft>
                <a:spcPts val="0"/>
              </a:spcAft>
              <a:buNone/>
              <a:defRPr>
                <a:latin typeface="Figtree Light"/>
                <a:ea typeface="Figtree Light"/>
                <a:cs typeface="Figtree Light"/>
                <a:sym typeface="Figtree Light"/>
              </a:defRPr>
            </a:lvl5pPr>
            <a:lvl6pPr lvl="5">
              <a:spcBef>
                <a:spcPts val="0"/>
              </a:spcBef>
              <a:spcAft>
                <a:spcPts val="0"/>
              </a:spcAft>
              <a:buNone/>
              <a:defRPr>
                <a:latin typeface="Figtree Light"/>
                <a:ea typeface="Figtree Light"/>
                <a:cs typeface="Figtree Light"/>
                <a:sym typeface="Figtree Light"/>
              </a:defRPr>
            </a:lvl6pPr>
            <a:lvl7pPr lvl="6">
              <a:spcBef>
                <a:spcPts val="0"/>
              </a:spcBef>
              <a:spcAft>
                <a:spcPts val="0"/>
              </a:spcAft>
              <a:buNone/>
              <a:defRPr>
                <a:latin typeface="Figtree Light"/>
                <a:ea typeface="Figtree Light"/>
                <a:cs typeface="Figtree Light"/>
                <a:sym typeface="Figtree Light"/>
              </a:defRPr>
            </a:lvl7pPr>
            <a:lvl8pPr lvl="7">
              <a:spcBef>
                <a:spcPts val="0"/>
              </a:spcBef>
              <a:spcAft>
                <a:spcPts val="0"/>
              </a:spcAft>
              <a:buNone/>
              <a:defRPr>
                <a:latin typeface="Figtree Light"/>
                <a:ea typeface="Figtree Light"/>
                <a:cs typeface="Figtree Light"/>
                <a:sym typeface="Figtree Light"/>
              </a:defRPr>
            </a:lvl8pPr>
            <a:lvl9pPr lvl="8">
              <a:spcBef>
                <a:spcPts val="0"/>
              </a:spcBef>
              <a:spcAft>
                <a:spcPts val="0"/>
              </a:spcAft>
              <a:buNone/>
              <a:defRPr>
                <a:latin typeface="Figtree Light"/>
                <a:ea typeface="Figtree Light"/>
                <a:cs typeface="Figtree Light"/>
                <a:sym typeface="Figtree Light"/>
              </a:defRPr>
            </a:lvl9pPr>
          </a:lstStyle>
          <a:p>
            <a:endParaRPr/>
          </a:p>
        </p:txBody>
      </p:sp>
      <p:sp>
        <p:nvSpPr>
          <p:cNvPr id="324" name="Google Shape;324;p25"/>
          <p:cNvSpPr txBox="1">
            <a:spLocks noGrp="1"/>
          </p:cNvSpPr>
          <p:nvPr>
            <p:ph type="subTitle" idx="21"/>
          </p:nvPr>
        </p:nvSpPr>
        <p:spPr>
          <a:xfrm>
            <a:off x="7646687" y="3418396"/>
            <a:ext cx="1289400" cy="125400"/>
          </a:xfrm>
          <a:prstGeom prst="rect">
            <a:avLst/>
          </a:prstGeom>
        </p:spPr>
        <p:txBody>
          <a:bodyPr spcFirstLastPara="1" wrap="square" lIns="0" tIns="0" rIns="0" bIns="0" anchor="t" anchorCtr="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a:endParaRPr/>
          </a:p>
        </p:txBody>
      </p:sp>
      <p:sp>
        <p:nvSpPr>
          <p:cNvPr id="325" name="Google Shape;325;p25"/>
          <p:cNvSpPr txBox="1">
            <a:spLocks noGrp="1"/>
          </p:cNvSpPr>
          <p:nvPr>
            <p:ph type="body" idx="22"/>
          </p:nvPr>
        </p:nvSpPr>
        <p:spPr>
          <a:xfrm>
            <a:off x="7646686" y="3850550"/>
            <a:ext cx="1289400" cy="714000"/>
          </a:xfrm>
          <a:prstGeom prst="rect">
            <a:avLst/>
          </a:prstGeom>
        </p:spPr>
        <p:txBody>
          <a:bodyPr spcFirstLastPara="1" wrap="square" lIns="0" tIns="0" rIns="0" bIns="0" anchor="t" anchorCtr="0">
            <a:noAutofit/>
          </a:bodyPr>
          <a:lstStyle>
            <a:lvl1pPr marL="457200" lvl="0" indent="-285750">
              <a:spcBef>
                <a:spcPts val="0"/>
              </a:spcBef>
              <a:spcAft>
                <a:spcPts val="0"/>
              </a:spcAft>
              <a:buClr>
                <a:schemeClr val="dk1"/>
              </a:buClr>
              <a:buSzPts val="900"/>
              <a:buFont typeface="Jost Light"/>
              <a:buChar char="●"/>
              <a:defRPr sz="900">
                <a:latin typeface="Jost Light"/>
                <a:ea typeface="Jost Light"/>
                <a:cs typeface="Jost Light"/>
                <a:sym typeface="Jost Light"/>
              </a:defRPr>
            </a:lvl1pPr>
            <a:lvl2pPr marL="914400" lvl="1" indent="-285750">
              <a:spcBef>
                <a:spcPts val="0"/>
              </a:spcBef>
              <a:spcAft>
                <a:spcPts val="0"/>
              </a:spcAft>
              <a:buClr>
                <a:schemeClr val="dk1"/>
              </a:buClr>
              <a:buSzPts val="900"/>
              <a:buFont typeface="Jost Light"/>
              <a:buChar char="○"/>
              <a:defRPr sz="900">
                <a:latin typeface="Jost Light"/>
                <a:ea typeface="Jost Light"/>
                <a:cs typeface="Jost Light"/>
                <a:sym typeface="Jost Light"/>
              </a:defRPr>
            </a:lvl2pPr>
            <a:lvl3pPr marL="1371600" lvl="2" indent="-285750">
              <a:spcBef>
                <a:spcPts val="0"/>
              </a:spcBef>
              <a:spcAft>
                <a:spcPts val="0"/>
              </a:spcAft>
              <a:buClr>
                <a:schemeClr val="dk1"/>
              </a:buClr>
              <a:buSzPts val="900"/>
              <a:buFont typeface="Jost Light"/>
              <a:buChar char="■"/>
              <a:defRPr sz="900">
                <a:latin typeface="Jost Light"/>
                <a:ea typeface="Jost Light"/>
                <a:cs typeface="Jost Light"/>
                <a:sym typeface="Jost Light"/>
              </a:defRPr>
            </a:lvl3pPr>
            <a:lvl4pPr marL="1828800" lvl="3" indent="-285750">
              <a:spcBef>
                <a:spcPts val="0"/>
              </a:spcBef>
              <a:spcAft>
                <a:spcPts val="0"/>
              </a:spcAft>
              <a:buClr>
                <a:schemeClr val="dk1"/>
              </a:buClr>
              <a:buSzPts val="900"/>
              <a:buFont typeface="Jost Light"/>
              <a:buChar char="●"/>
              <a:defRPr sz="900">
                <a:latin typeface="Jost Light"/>
                <a:ea typeface="Jost Light"/>
                <a:cs typeface="Jost Light"/>
                <a:sym typeface="Jost Light"/>
              </a:defRPr>
            </a:lvl4pPr>
            <a:lvl5pPr marL="2286000" lvl="4" indent="-285750">
              <a:spcBef>
                <a:spcPts val="0"/>
              </a:spcBef>
              <a:spcAft>
                <a:spcPts val="0"/>
              </a:spcAft>
              <a:buClr>
                <a:schemeClr val="dk1"/>
              </a:buClr>
              <a:buSzPts val="900"/>
              <a:buFont typeface="Jost Light"/>
              <a:buChar char="○"/>
              <a:defRPr sz="900">
                <a:latin typeface="Jost Light"/>
                <a:ea typeface="Jost Light"/>
                <a:cs typeface="Jost Light"/>
                <a:sym typeface="Jost Light"/>
              </a:defRPr>
            </a:lvl5pPr>
            <a:lvl6pPr marL="2743200" lvl="5" indent="-285750">
              <a:spcBef>
                <a:spcPts val="0"/>
              </a:spcBef>
              <a:spcAft>
                <a:spcPts val="0"/>
              </a:spcAft>
              <a:buClr>
                <a:schemeClr val="dk1"/>
              </a:buClr>
              <a:buSzPts val="900"/>
              <a:buFont typeface="Jost Light"/>
              <a:buChar char="■"/>
              <a:defRPr sz="900">
                <a:latin typeface="Jost Light"/>
                <a:ea typeface="Jost Light"/>
                <a:cs typeface="Jost Light"/>
                <a:sym typeface="Jost Light"/>
              </a:defRPr>
            </a:lvl6pPr>
            <a:lvl7pPr marL="3200400" lvl="6" indent="-285750">
              <a:spcBef>
                <a:spcPts val="0"/>
              </a:spcBef>
              <a:spcAft>
                <a:spcPts val="0"/>
              </a:spcAft>
              <a:buClr>
                <a:schemeClr val="dk1"/>
              </a:buClr>
              <a:buSzPts val="900"/>
              <a:buFont typeface="Jost Light"/>
              <a:buChar char="●"/>
              <a:defRPr sz="900">
                <a:latin typeface="Jost Light"/>
                <a:ea typeface="Jost Light"/>
                <a:cs typeface="Jost Light"/>
                <a:sym typeface="Jost Light"/>
              </a:defRPr>
            </a:lvl7pPr>
            <a:lvl8pPr marL="3657600" lvl="7" indent="-285750">
              <a:spcBef>
                <a:spcPts val="0"/>
              </a:spcBef>
              <a:spcAft>
                <a:spcPts val="0"/>
              </a:spcAft>
              <a:buClr>
                <a:schemeClr val="dk1"/>
              </a:buClr>
              <a:buSzPts val="900"/>
              <a:buFont typeface="Jost Light"/>
              <a:buChar char="○"/>
              <a:defRPr sz="900">
                <a:latin typeface="Jost Light"/>
                <a:ea typeface="Jost Light"/>
                <a:cs typeface="Jost Light"/>
                <a:sym typeface="Jost Light"/>
              </a:defRPr>
            </a:lvl8pPr>
            <a:lvl9pPr marL="4114800" lvl="8" indent="-285750">
              <a:spcBef>
                <a:spcPts val="0"/>
              </a:spcBef>
              <a:spcAft>
                <a:spcPts val="0"/>
              </a:spcAft>
              <a:buClr>
                <a:schemeClr val="dk1"/>
              </a:buClr>
              <a:buSzPts val="900"/>
              <a:buFont typeface="Jost Light"/>
              <a:buChar char="■"/>
              <a:defRPr sz="900">
                <a:latin typeface="Jost Light"/>
                <a:ea typeface="Jost Light"/>
                <a:cs typeface="Jost Light"/>
                <a:sym typeface="Jost Light"/>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hank you - Alt 2">
  <p:cSld name="CUSTOM_8_1_1_1_1_1_1_1_1_1_1_1_1_1_1_1_1_1_1_1_1_1_1_1_1_1_1_1_1_1_1_2_1">
    <p:spTree>
      <p:nvGrpSpPr>
        <p:cNvPr id="1" name="Shape 326"/>
        <p:cNvGrpSpPr/>
        <p:nvPr/>
      </p:nvGrpSpPr>
      <p:grpSpPr>
        <a:xfrm>
          <a:off x="0" y="0"/>
          <a:ext cx="0" cy="0"/>
          <a:chOff x="0" y="0"/>
          <a:chExt cx="0" cy="0"/>
        </a:xfrm>
      </p:grpSpPr>
      <p:sp>
        <p:nvSpPr>
          <p:cNvPr id="327" name="Google Shape;327;p26"/>
          <p:cNvSpPr/>
          <p:nvPr/>
        </p:nvSpPr>
        <p:spPr>
          <a:xfrm rot="-5400000">
            <a:off x="0" y="816600"/>
            <a:ext cx="4326900" cy="4326900"/>
          </a:xfrm>
          <a:prstGeom prst="rect">
            <a:avLst/>
          </a:prstGeom>
          <a:gradFill>
            <a:gsLst>
              <a:gs pos="0">
                <a:schemeClr val="lt2"/>
              </a:gs>
              <a:gs pos="72000">
                <a:schemeClr val="lt1"/>
              </a:gs>
              <a:gs pos="100000">
                <a:schemeClr val="lt1"/>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Figtree"/>
              <a:ea typeface="Figtree"/>
              <a:cs typeface="Figtree"/>
              <a:sym typeface="Figtree"/>
            </a:endParaRPr>
          </a:p>
        </p:txBody>
      </p:sp>
      <p:sp>
        <p:nvSpPr>
          <p:cNvPr id="328" name="Google Shape;328;p26"/>
          <p:cNvSpPr/>
          <p:nvPr/>
        </p:nvSpPr>
        <p:spPr>
          <a:xfrm rot="5400000">
            <a:off x="4817100" y="0"/>
            <a:ext cx="4326900" cy="4326900"/>
          </a:xfrm>
          <a:prstGeom prst="rect">
            <a:avLst/>
          </a:prstGeom>
          <a:gradFill>
            <a:gsLst>
              <a:gs pos="0">
                <a:schemeClr val="accent6"/>
              </a:gs>
              <a:gs pos="72000">
                <a:schemeClr val="lt1"/>
              </a:gs>
              <a:gs pos="100000">
                <a:schemeClr val="lt1"/>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Figtree"/>
              <a:ea typeface="Figtree"/>
              <a:cs typeface="Figtree"/>
              <a:sym typeface="Figtree"/>
            </a:endParaRPr>
          </a:p>
        </p:txBody>
      </p:sp>
      <p:sp>
        <p:nvSpPr>
          <p:cNvPr id="329" name="Google Shape;329;p26"/>
          <p:cNvSpPr txBox="1">
            <a:spLocks noGrp="1"/>
          </p:cNvSpPr>
          <p:nvPr>
            <p:ph type="title"/>
          </p:nvPr>
        </p:nvSpPr>
        <p:spPr>
          <a:xfrm>
            <a:off x="230075" y="58625"/>
            <a:ext cx="2500500" cy="172200"/>
          </a:xfrm>
          <a:prstGeom prst="rect">
            <a:avLst/>
          </a:prstGeom>
        </p:spPr>
        <p:txBody>
          <a:bodyPr spcFirstLastPara="1" wrap="square" lIns="0" tIns="0" rIns="0" bIns="0" anchor="ctr" anchorCtr="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a:endParaRPr/>
          </a:p>
        </p:txBody>
      </p:sp>
      <p:sp>
        <p:nvSpPr>
          <p:cNvPr id="330" name="Google Shape;330;p26"/>
          <p:cNvSpPr txBox="1">
            <a:spLocks noGrp="1"/>
          </p:cNvSpPr>
          <p:nvPr>
            <p:ph type="title" idx="2"/>
          </p:nvPr>
        </p:nvSpPr>
        <p:spPr>
          <a:xfrm>
            <a:off x="6414875" y="58625"/>
            <a:ext cx="2500500" cy="172200"/>
          </a:xfrm>
          <a:prstGeom prst="rect">
            <a:avLst/>
          </a:prstGeom>
        </p:spPr>
        <p:txBody>
          <a:bodyPr spcFirstLastPara="1" wrap="square" lIns="0" tIns="0" rIns="0" bIns="0" anchor="ctr" anchorCtr="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a:endParaRPr/>
          </a:p>
        </p:txBody>
      </p:sp>
      <p:sp>
        <p:nvSpPr>
          <p:cNvPr id="331" name="Google Shape;331;p26"/>
          <p:cNvSpPr/>
          <p:nvPr/>
        </p:nvSpPr>
        <p:spPr>
          <a:xfrm>
            <a:off x="228650" y="457200"/>
            <a:ext cx="8686800" cy="4226400"/>
          </a:xfrm>
          <a:prstGeom prst="roundRect">
            <a:avLst>
              <a:gd name="adj" fmla="val 6822"/>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Figtree"/>
                <a:ea typeface="Figtree"/>
                <a:cs typeface="Figtree"/>
                <a:sym typeface="Figtree"/>
              </a:rPr>
              <a:t>v</a:t>
            </a:r>
            <a:endParaRPr>
              <a:solidFill>
                <a:schemeClr val="lt1"/>
              </a:solidFill>
              <a:latin typeface="Figtree"/>
              <a:ea typeface="Figtree"/>
              <a:cs typeface="Figtree"/>
              <a:sym typeface="Figtree"/>
            </a:endParaRPr>
          </a:p>
        </p:txBody>
      </p:sp>
      <p:sp>
        <p:nvSpPr>
          <p:cNvPr id="332" name="Google Shape;332;p26"/>
          <p:cNvSpPr txBox="1">
            <a:spLocks noGrp="1"/>
          </p:cNvSpPr>
          <p:nvPr>
            <p:ph type="title" idx="3"/>
          </p:nvPr>
        </p:nvSpPr>
        <p:spPr>
          <a:xfrm>
            <a:off x="1254050" y="1703407"/>
            <a:ext cx="6636000" cy="1279500"/>
          </a:xfrm>
          <a:prstGeom prst="rect">
            <a:avLst/>
          </a:prstGeom>
        </p:spPr>
        <p:txBody>
          <a:bodyPr spcFirstLastPara="1" wrap="square" lIns="0" tIns="0" rIns="0" bIns="0" anchor="t" anchorCtr="0">
            <a:noAutofit/>
          </a:bodyPr>
          <a:lstStyle>
            <a:lvl1pPr lvl="0" algn="ctr">
              <a:lnSpc>
                <a:spcPct val="90000"/>
              </a:lnSpc>
              <a:spcBef>
                <a:spcPts val="0"/>
              </a:spcBef>
              <a:spcAft>
                <a:spcPts val="0"/>
              </a:spcAft>
              <a:buNone/>
              <a:defRPr sz="8000"/>
            </a:lvl1pPr>
            <a:lvl2pPr lvl="1"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2pPr>
            <a:lvl3pPr lvl="2"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3pPr>
            <a:lvl4pPr lvl="3"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4pPr>
            <a:lvl5pPr lvl="4"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5pPr>
            <a:lvl6pPr lvl="5"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6pPr>
            <a:lvl7pPr lvl="6"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7pPr>
            <a:lvl8pPr lvl="7"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8pPr>
            <a:lvl9pPr lvl="8"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9pPr>
          </a:lstStyle>
          <a:p>
            <a:endParaRPr/>
          </a:p>
        </p:txBody>
      </p:sp>
      <p:sp>
        <p:nvSpPr>
          <p:cNvPr id="333" name="Google Shape;333;p26"/>
          <p:cNvSpPr txBox="1">
            <a:spLocks noGrp="1"/>
          </p:cNvSpPr>
          <p:nvPr>
            <p:ph type="subTitle" idx="1"/>
          </p:nvPr>
        </p:nvSpPr>
        <p:spPr>
          <a:xfrm>
            <a:off x="1643100" y="2881050"/>
            <a:ext cx="5857800" cy="431700"/>
          </a:xfrm>
          <a:prstGeom prst="rect">
            <a:avLst/>
          </a:prstGeom>
        </p:spPr>
        <p:txBody>
          <a:bodyPr spcFirstLastPara="1" wrap="square" lIns="0" tIns="0" rIns="0" bIns="0" anchor="ctr" anchorCtr="0">
            <a:noAutofit/>
          </a:bodyPr>
          <a:lstStyle>
            <a:lvl1pPr lvl="0" algn="ctr">
              <a:lnSpc>
                <a:spcPct val="95000"/>
              </a:lnSpc>
              <a:spcBef>
                <a:spcPts val="0"/>
              </a:spcBef>
              <a:spcAft>
                <a:spcPts val="0"/>
              </a:spcAft>
              <a:buNone/>
              <a:defRPr>
                <a:solidFill>
                  <a:schemeClr val="dk2"/>
                </a:solidFill>
                <a:latin typeface="Jost"/>
                <a:ea typeface="Jost"/>
                <a:cs typeface="Jost"/>
                <a:sym typeface="Jost"/>
              </a:defRPr>
            </a:lvl1pPr>
            <a:lvl2pPr lvl="1" algn="ctr">
              <a:lnSpc>
                <a:spcPct val="95000"/>
              </a:lnSpc>
              <a:spcBef>
                <a:spcPts val="0"/>
              </a:spcBef>
              <a:spcAft>
                <a:spcPts val="0"/>
              </a:spcAft>
              <a:buNone/>
              <a:defRPr>
                <a:solidFill>
                  <a:schemeClr val="dk2"/>
                </a:solidFill>
                <a:latin typeface="Jost"/>
                <a:ea typeface="Jost"/>
                <a:cs typeface="Jost"/>
                <a:sym typeface="Jost"/>
              </a:defRPr>
            </a:lvl2pPr>
            <a:lvl3pPr lvl="2" algn="ctr">
              <a:lnSpc>
                <a:spcPct val="95000"/>
              </a:lnSpc>
              <a:spcBef>
                <a:spcPts val="0"/>
              </a:spcBef>
              <a:spcAft>
                <a:spcPts val="0"/>
              </a:spcAft>
              <a:buNone/>
              <a:defRPr>
                <a:solidFill>
                  <a:schemeClr val="dk2"/>
                </a:solidFill>
                <a:latin typeface="Jost"/>
                <a:ea typeface="Jost"/>
                <a:cs typeface="Jost"/>
                <a:sym typeface="Jost"/>
              </a:defRPr>
            </a:lvl3pPr>
            <a:lvl4pPr lvl="3" algn="ctr">
              <a:lnSpc>
                <a:spcPct val="95000"/>
              </a:lnSpc>
              <a:spcBef>
                <a:spcPts val="0"/>
              </a:spcBef>
              <a:spcAft>
                <a:spcPts val="0"/>
              </a:spcAft>
              <a:buNone/>
              <a:defRPr>
                <a:solidFill>
                  <a:schemeClr val="dk2"/>
                </a:solidFill>
                <a:latin typeface="Jost"/>
                <a:ea typeface="Jost"/>
                <a:cs typeface="Jost"/>
                <a:sym typeface="Jost"/>
              </a:defRPr>
            </a:lvl4pPr>
            <a:lvl5pPr lvl="4" algn="ctr">
              <a:lnSpc>
                <a:spcPct val="95000"/>
              </a:lnSpc>
              <a:spcBef>
                <a:spcPts val="0"/>
              </a:spcBef>
              <a:spcAft>
                <a:spcPts val="0"/>
              </a:spcAft>
              <a:buNone/>
              <a:defRPr>
                <a:solidFill>
                  <a:schemeClr val="dk2"/>
                </a:solidFill>
                <a:latin typeface="Jost"/>
                <a:ea typeface="Jost"/>
                <a:cs typeface="Jost"/>
                <a:sym typeface="Jost"/>
              </a:defRPr>
            </a:lvl5pPr>
            <a:lvl6pPr lvl="5" algn="ctr">
              <a:lnSpc>
                <a:spcPct val="95000"/>
              </a:lnSpc>
              <a:spcBef>
                <a:spcPts val="0"/>
              </a:spcBef>
              <a:spcAft>
                <a:spcPts val="0"/>
              </a:spcAft>
              <a:buNone/>
              <a:defRPr>
                <a:solidFill>
                  <a:schemeClr val="dk2"/>
                </a:solidFill>
                <a:latin typeface="Jost"/>
                <a:ea typeface="Jost"/>
                <a:cs typeface="Jost"/>
                <a:sym typeface="Jost"/>
              </a:defRPr>
            </a:lvl6pPr>
            <a:lvl7pPr lvl="6" algn="ctr">
              <a:lnSpc>
                <a:spcPct val="95000"/>
              </a:lnSpc>
              <a:spcBef>
                <a:spcPts val="0"/>
              </a:spcBef>
              <a:spcAft>
                <a:spcPts val="0"/>
              </a:spcAft>
              <a:buNone/>
              <a:defRPr>
                <a:solidFill>
                  <a:schemeClr val="dk2"/>
                </a:solidFill>
                <a:latin typeface="Jost"/>
                <a:ea typeface="Jost"/>
                <a:cs typeface="Jost"/>
                <a:sym typeface="Jost"/>
              </a:defRPr>
            </a:lvl7pPr>
            <a:lvl8pPr lvl="7" algn="ctr">
              <a:lnSpc>
                <a:spcPct val="95000"/>
              </a:lnSpc>
              <a:spcBef>
                <a:spcPts val="0"/>
              </a:spcBef>
              <a:spcAft>
                <a:spcPts val="0"/>
              </a:spcAft>
              <a:buNone/>
              <a:defRPr>
                <a:solidFill>
                  <a:schemeClr val="dk2"/>
                </a:solidFill>
                <a:latin typeface="Jost"/>
                <a:ea typeface="Jost"/>
                <a:cs typeface="Jost"/>
                <a:sym typeface="Jost"/>
              </a:defRPr>
            </a:lvl8pPr>
            <a:lvl9pPr lvl="8" algn="ctr">
              <a:lnSpc>
                <a:spcPct val="95000"/>
              </a:lnSpc>
              <a:spcBef>
                <a:spcPts val="0"/>
              </a:spcBef>
              <a:spcAft>
                <a:spcPts val="0"/>
              </a:spcAft>
              <a:buNone/>
              <a:defRPr>
                <a:solidFill>
                  <a:schemeClr val="dk2"/>
                </a:solidFill>
                <a:latin typeface="Jost"/>
                <a:ea typeface="Jost"/>
                <a:cs typeface="Jost"/>
                <a:sym typeface="Jost"/>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34"/>
        <p:cNvGrpSpPr/>
        <p:nvPr/>
      </p:nvGrpSpPr>
      <p:grpSpPr>
        <a:xfrm>
          <a:off x="0" y="0"/>
          <a:ext cx="0" cy="0"/>
          <a:chOff x="0" y="0"/>
          <a:chExt cx="0" cy="0"/>
        </a:xfrm>
      </p:grpSpPr>
      <p:sp>
        <p:nvSpPr>
          <p:cNvPr id="335" name="Google Shape;335;p27"/>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336" name="Google Shape;336;p27"/>
          <p:cNvSpPr txBox="1">
            <a:spLocks noGrp="1"/>
          </p:cNvSpPr>
          <p:nvPr>
            <p:ph type="subTitle" idx="1"/>
          </p:nvPr>
        </p:nvSpPr>
        <p:spPr>
          <a:xfrm>
            <a:off x="311700" y="2834125"/>
            <a:ext cx="8520600" cy="792600"/>
          </a:xfrm>
          <a:prstGeom prst="rect">
            <a:avLst/>
          </a:prstGeom>
        </p:spPr>
        <p:txBody>
          <a:bodyPr spcFirstLastPara="1" wrap="square" lIns="0" tIns="0" rIns="0" bIns="0" anchor="t" anchorCtr="0">
            <a:sp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337"/>
        <p:cNvGrpSpPr/>
        <p:nvPr/>
      </p:nvGrpSpPr>
      <p:grpSpPr>
        <a:xfrm>
          <a:off x="0" y="0"/>
          <a:ext cx="0" cy="0"/>
          <a:chOff x="0" y="0"/>
          <a:chExt cx="0" cy="0"/>
        </a:xfrm>
      </p:grpSpPr>
      <p:sp>
        <p:nvSpPr>
          <p:cNvPr id="338" name="Google Shape;338;p28"/>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339"/>
        <p:cNvGrpSpPr/>
        <p:nvPr/>
      </p:nvGrpSpPr>
      <p:grpSpPr>
        <a:xfrm>
          <a:off x="0" y="0"/>
          <a:ext cx="0" cy="0"/>
          <a:chOff x="0" y="0"/>
          <a:chExt cx="0" cy="0"/>
        </a:xfrm>
      </p:grpSpPr>
      <p:sp>
        <p:nvSpPr>
          <p:cNvPr id="340" name="Google Shape;340;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1" name="Google Shape;341;p2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two columns">
  <p:cSld name="Title and two columns">
    <p:spTree>
      <p:nvGrpSpPr>
        <p:cNvPr id="1" name="Shape 342"/>
        <p:cNvGrpSpPr/>
        <p:nvPr/>
      </p:nvGrpSpPr>
      <p:grpSpPr>
        <a:xfrm>
          <a:off x="0" y="0"/>
          <a:ext cx="0" cy="0"/>
          <a:chOff x="0" y="0"/>
          <a:chExt cx="0" cy="0"/>
        </a:xfrm>
      </p:grpSpPr>
      <p:sp>
        <p:nvSpPr>
          <p:cNvPr id="343" name="Google Shape;343;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4" name="Google Shape;344;p30"/>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45" name="Google Shape;345;p30"/>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46"/>
        <p:cNvGrpSpPr/>
        <p:nvPr/>
      </p:nvGrpSpPr>
      <p:grpSpPr>
        <a:xfrm>
          <a:off x="0" y="0"/>
          <a:ext cx="0" cy="0"/>
          <a:chOff x="0" y="0"/>
          <a:chExt cx="0" cy="0"/>
        </a:xfrm>
      </p:grpSpPr>
      <p:sp>
        <p:nvSpPr>
          <p:cNvPr id="347" name="Google Shape;347;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48"/>
        <p:cNvGrpSpPr/>
        <p:nvPr/>
      </p:nvGrpSpPr>
      <p:grpSpPr>
        <a:xfrm>
          <a:off x="0" y="0"/>
          <a:ext cx="0" cy="0"/>
          <a:chOff x="0" y="0"/>
          <a:chExt cx="0" cy="0"/>
        </a:xfrm>
      </p:grpSpPr>
      <p:sp>
        <p:nvSpPr>
          <p:cNvPr id="349" name="Google Shape;349;p32"/>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50" name="Google Shape;350;p32"/>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51"/>
        <p:cNvGrpSpPr/>
        <p:nvPr/>
      </p:nvGrpSpPr>
      <p:grpSpPr>
        <a:xfrm>
          <a:off x="0" y="0"/>
          <a:ext cx="0" cy="0"/>
          <a:chOff x="0" y="0"/>
          <a:chExt cx="0" cy="0"/>
        </a:xfrm>
      </p:grpSpPr>
      <p:sp>
        <p:nvSpPr>
          <p:cNvPr id="352" name="Google Shape;352;p33"/>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53"/>
        <p:cNvGrpSpPr/>
        <p:nvPr/>
      </p:nvGrpSpPr>
      <p:grpSpPr>
        <a:xfrm>
          <a:off x="0" y="0"/>
          <a:ext cx="0" cy="0"/>
          <a:chOff x="0" y="0"/>
          <a:chExt cx="0" cy="0"/>
        </a:xfrm>
      </p:grpSpPr>
      <p:sp>
        <p:nvSpPr>
          <p:cNvPr id="354" name="Google Shape;354;p34"/>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55" name="Google Shape;355;p34"/>
          <p:cNvSpPr txBox="1">
            <a:spLocks noGrp="1"/>
          </p:cNvSpPr>
          <p:nvPr>
            <p:ph type="subTitle" idx="1"/>
          </p:nvPr>
        </p:nvSpPr>
        <p:spPr>
          <a:xfrm>
            <a:off x="265500" y="2803075"/>
            <a:ext cx="4045200" cy="1235100"/>
          </a:xfrm>
          <a:prstGeom prst="rect">
            <a:avLst/>
          </a:prstGeom>
        </p:spPr>
        <p:txBody>
          <a:bodyPr spcFirstLastPara="1" wrap="square" lIns="0" tIns="0" rIns="0" bIns="0" anchor="t" anchorCtr="0">
            <a:sp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a:endParaRPr/>
          </a:p>
        </p:txBody>
      </p:sp>
      <p:sp>
        <p:nvSpPr>
          <p:cNvPr id="356" name="Google Shape;356;p34"/>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357"/>
        <p:cNvGrpSpPr/>
        <p:nvPr/>
      </p:nvGrpSpPr>
      <p:grpSpPr>
        <a:xfrm>
          <a:off x="0" y="0"/>
          <a:ext cx="0" cy="0"/>
          <a:chOff x="0" y="0"/>
          <a:chExt cx="0" cy="0"/>
        </a:xfrm>
      </p:grpSpPr>
      <p:sp>
        <p:nvSpPr>
          <p:cNvPr id="358" name="Google Shape;358;p35"/>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spcBef>
                <a:spcPts val="0"/>
              </a:spcBef>
              <a:spcAft>
                <a:spcPts val="0"/>
              </a:spcAft>
              <a:buSzPts val="1200"/>
              <a:buNone/>
              <a:defRPr/>
            </a:lvl1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359"/>
        <p:cNvGrpSpPr/>
        <p:nvPr/>
      </p:nvGrpSpPr>
      <p:grpSpPr>
        <a:xfrm>
          <a:off x="0" y="0"/>
          <a:ext cx="0" cy="0"/>
          <a:chOff x="0" y="0"/>
          <a:chExt cx="0" cy="0"/>
        </a:xfrm>
      </p:grpSpPr>
      <p:sp>
        <p:nvSpPr>
          <p:cNvPr id="360" name="Google Shape;360;p36"/>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61" name="Google Shape;361;p36"/>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04800" algn="ctr">
              <a:spcBef>
                <a:spcPts val="0"/>
              </a:spcBef>
              <a:spcAft>
                <a:spcPts val="0"/>
              </a:spcAft>
              <a:buSzPts val="1200"/>
              <a:buChar char="●"/>
              <a:defRPr/>
            </a:lvl1pPr>
            <a:lvl2pPr marL="914400" lvl="1" indent="-304800" algn="ctr">
              <a:spcBef>
                <a:spcPts val="0"/>
              </a:spcBef>
              <a:spcAft>
                <a:spcPts val="0"/>
              </a:spcAft>
              <a:buSzPts val="1200"/>
              <a:buChar char="○"/>
              <a:defRPr/>
            </a:lvl2pPr>
            <a:lvl3pPr marL="1371600" lvl="2" indent="-304800" algn="ctr">
              <a:spcBef>
                <a:spcPts val="0"/>
              </a:spcBef>
              <a:spcAft>
                <a:spcPts val="0"/>
              </a:spcAft>
              <a:buSzPts val="1200"/>
              <a:buChar char="■"/>
              <a:defRPr/>
            </a:lvl3pPr>
            <a:lvl4pPr marL="1828800" lvl="3" indent="-304800" algn="ctr">
              <a:spcBef>
                <a:spcPts val="0"/>
              </a:spcBef>
              <a:spcAft>
                <a:spcPts val="0"/>
              </a:spcAft>
              <a:buSzPts val="1200"/>
              <a:buChar char="●"/>
              <a:defRPr/>
            </a:lvl4pPr>
            <a:lvl5pPr marL="2286000" lvl="4" indent="-304800" algn="ctr">
              <a:spcBef>
                <a:spcPts val="0"/>
              </a:spcBef>
              <a:spcAft>
                <a:spcPts val="0"/>
              </a:spcAft>
              <a:buSzPts val="1200"/>
              <a:buChar char="○"/>
              <a:defRPr/>
            </a:lvl5pPr>
            <a:lvl6pPr marL="2743200" lvl="5" indent="-304800" algn="ctr">
              <a:spcBef>
                <a:spcPts val="0"/>
              </a:spcBef>
              <a:spcAft>
                <a:spcPts val="0"/>
              </a:spcAft>
              <a:buSzPts val="1200"/>
              <a:buChar char="■"/>
              <a:defRPr/>
            </a:lvl6pPr>
            <a:lvl7pPr marL="3200400" lvl="6" indent="-304800" algn="ctr">
              <a:spcBef>
                <a:spcPts val="0"/>
              </a:spcBef>
              <a:spcAft>
                <a:spcPts val="0"/>
              </a:spcAft>
              <a:buSzPts val="1200"/>
              <a:buChar char="●"/>
              <a:defRPr/>
            </a:lvl7pPr>
            <a:lvl8pPr marL="3657600" lvl="7" indent="-304800" algn="ctr">
              <a:spcBef>
                <a:spcPts val="0"/>
              </a:spcBef>
              <a:spcAft>
                <a:spcPts val="0"/>
              </a:spcAft>
              <a:buSzPts val="1200"/>
              <a:buChar char="○"/>
              <a:defRPr/>
            </a:lvl8pPr>
            <a:lvl9pPr marL="4114800" lvl="8" indent="-304800" algn="ctr">
              <a:spcBef>
                <a:spcPts val="0"/>
              </a:spcBef>
              <a:spcAft>
                <a:spcPts val="0"/>
              </a:spcAft>
              <a:buSzPts val="1200"/>
              <a:buChar char="■"/>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62"/>
        <p:cNvGrpSpPr/>
        <p:nvPr/>
      </p:nvGrpSpPr>
      <p:grpSpPr>
        <a:xfrm>
          <a:off x="0" y="0"/>
          <a:ext cx="0" cy="0"/>
          <a:chOff x="0" y="0"/>
          <a:chExt cx="0" cy="0"/>
        </a:xfrm>
      </p:grpSpPr>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363"/>
        <p:cNvGrpSpPr/>
        <p:nvPr/>
      </p:nvGrpSpPr>
      <p:grpSpPr>
        <a:xfrm>
          <a:off x="0" y="0"/>
          <a:ext cx="0" cy="0"/>
          <a:chOff x="0" y="0"/>
          <a:chExt cx="0" cy="0"/>
        </a:xfrm>
      </p:grpSpPr>
      <p:sp>
        <p:nvSpPr>
          <p:cNvPr id="364" name="Google Shape;364;p38"/>
          <p:cNvSpPr txBox="1">
            <a:spLocks noGrp="1"/>
          </p:cNvSpPr>
          <p:nvPr>
            <p:ph type="title"/>
          </p:nvPr>
        </p:nvSpPr>
        <p:spPr>
          <a:xfrm>
            <a:off x="677325" y="1832775"/>
            <a:ext cx="3217200" cy="1484100"/>
          </a:xfrm>
          <a:prstGeom prst="rect">
            <a:avLst/>
          </a:prstGeom>
        </p:spPr>
        <p:txBody>
          <a:bodyPr spcFirstLastPara="1" wrap="square" lIns="91425" tIns="91425" rIns="91425" bIns="91425" anchor="ctr" anchorCtr="0">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5" name="Google Shape;365;p38"/>
          <p:cNvSpPr txBox="1">
            <a:spLocks noGrp="1"/>
          </p:cNvSpPr>
          <p:nvPr>
            <p:ph type="subTitle" idx="1"/>
          </p:nvPr>
        </p:nvSpPr>
        <p:spPr>
          <a:xfrm>
            <a:off x="4406650" y="393750"/>
            <a:ext cx="4409700" cy="542700"/>
          </a:xfrm>
          <a:prstGeom prst="rect">
            <a:avLst/>
          </a:prstGeom>
        </p:spPr>
        <p:txBody>
          <a:bodyPr spcFirstLastPara="1" wrap="square" lIns="0" tIns="0" rIns="0" bIns="0"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66" name="Google Shape;366;p38"/>
          <p:cNvSpPr txBox="1">
            <a:spLocks noGrp="1"/>
          </p:cNvSpPr>
          <p:nvPr>
            <p:ph type="subTitle" idx="2"/>
          </p:nvPr>
        </p:nvSpPr>
        <p:spPr>
          <a:xfrm>
            <a:off x="4406650" y="1151705"/>
            <a:ext cx="4409700" cy="542700"/>
          </a:xfrm>
          <a:prstGeom prst="rect">
            <a:avLst/>
          </a:prstGeom>
        </p:spPr>
        <p:txBody>
          <a:bodyPr spcFirstLastPara="1" wrap="square" lIns="0" tIns="0" rIns="0" bIns="0"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67" name="Google Shape;367;p38"/>
          <p:cNvSpPr txBox="1">
            <a:spLocks noGrp="1"/>
          </p:cNvSpPr>
          <p:nvPr>
            <p:ph type="subTitle" idx="3"/>
          </p:nvPr>
        </p:nvSpPr>
        <p:spPr>
          <a:xfrm>
            <a:off x="4406650" y="3425570"/>
            <a:ext cx="4409700" cy="542700"/>
          </a:xfrm>
          <a:prstGeom prst="rect">
            <a:avLst/>
          </a:prstGeom>
        </p:spPr>
        <p:txBody>
          <a:bodyPr spcFirstLastPara="1" wrap="square" lIns="0" tIns="0" rIns="0" bIns="0"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68" name="Google Shape;368;p38"/>
          <p:cNvSpPr txBox="1">
            <a:spLocks noGrp="1"/>
          </p:cNvSpPr>
          <p:nvPr>
            <p:ph type="subTitle" idx="4"/>
          </p:nvPr>
        </p:nvSpPr>
        <p:spPr>
          <a:xfrm>
            <a:off x="4406650" y="1909660"/>
            <a:ext cx="4409700" cy="542700"/>
          </a:xfrm>
          <a:prstGeom prst="rect">
            <a:avLst/>
          </a:prstGeom>
        </p:spPr>
        <p:txBody>
          <a:bodyPr spcFirstLastPara="1" wrap="square" lIns="0" tIns="0" rIns="0" bIns="0"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69" name="Google Shape;369;p38"/>
          <p:cNvSpPr txBox="1">
            <a:spLocks noGrp="1"/>
          </p:cNvSpPr>
          <p:nvPr>
            <p:ph type="subTitle" idx="5"/>
          </p:nvPr>
        </p:nvSpPr>
        <p:spPr>
          <a:xfrm>
            <a:off x="4406650" y="4183525"/>
            <a:ext cx="4409700" cy="542700"/>
          </a:xfrm>
          <a:prstGeom prst="rect">
            <a:avLst/>
          </a:prstGeom>
        </p:spPr>
        <p:txBody>
          <a:bodyPr spcFirstLastPara="1" wrap="square" lIns="0" tIns="0" rIns="0" bIns="0"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70" name="Google Shape;370;p38"/>
          <p:cNvSpPr txBox="1">
            <a:spLocks noGrp="1"/>
          </p:cNvSpPr>
          <p:nvPr>
            <p:ph type="subTitle" idx="6"/>
          </p:nvPr>
        </p:nvSpPr>
        <p:spPr>
          <a:xfrm>
            <a:off x="4406650" y="2667615"/>
            <a:ext cx="4409700" cy="542700"/>
          </a:xfrm>
          <a:prstGeom prst="rect">
            <a:avLst/>
          </a:prstGeom>
        </p:spPr>
        <p:txBody>
          <a:bodyPr spcFirstLastPara="1" wrap="square" lIns="0" tIns="0" rIns="0" bIns="0"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body and image">
  <p:cSld name="Title, body and image">
    <p:spTree>
      <p:nvGrpSpPr>
        <p:cNvPr id="1" name="Shape 371"/>
        <p:cNvGrpSpPr/>
        <p:nvPr/>
      </p:nvGrpSpPr>
      <p:grpSpPr>
        <a:xfrm>
          <a:off x="0" y="0"/>
          <a:ext cx="0" cy="0"/>
          <a:chOff x="0" y="0"/>
          <a:chExt cx="0" cy="0"/>
        </a:xfrm>
      </p:grpSpPr>
      <p:sp>
        <p:nvSpPr>
          <p:cNvPr id="372" name="Google Shape;372;p3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3" name="Google Shape;373;p39"/>
          <p:cNvSpPr txBox="1">
            <a:spLocks noGrp="1"/>
          </p:cNvSpPr>
          <p:nvPr>
            <p:ph type="body" idx="1"/>
          </p:nvPr>
        </p:nvSpPr>
        <p:spPr>
          <a:xfrm>
            <a:off x="311700" y="1152475"/>
            <a:ext cx="4473900" cy="3416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74" name="Google Shape;374;p39"/>
          <p:cNvSpPr>
            <a:spLocks noGrp="1"/>
          </p:cNvSpPr>
          <p:nvPr>
            <p:ph type="pic" idx="2"/>
          </p:nvPr>
        </p:nvSpPr>
        <p:spPr>
          <a:xfrm>
            <a:off x="4992024" y="1152775"/>
            <a:ext cx="3840300" cy="3416400"/>
          </a:xfrm>
          <a:prstGeom prst="rect">
            <a:avLst/>
          </a:prstGeom>
          <a:noFill/>
          <a:ln>
            <a:no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wo big ideas">
  <p:cSld name="Two big ideas">
    <p:spTree>
      <p:nvGrpSpPr>
        <p:cNvPr id="1" name="Shape 375"/>
        <p:cNvGrpSpPr/>
        <p:nvPr/>
      </p:nvGrpSpPr>
      <p:grpSpPr>
        <a:xfrm>
          <a:off x="0" y="0"/>
          <a:ext cx="0" cy="0"/>
          <a:chOff x="0" y="0"/>
          <a:chExt cx="0" cy="0"/>
        </a:xfrm>
      </p:grpSpPr>
      <p:sp>
        <p:nvSpPr>
          <p:cNvPr id="376" name="Google Shape;376;p40"/>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377" name="Google Shape;377;p40"/>
          <p:cNvSpPr txBox="1">
            <a:spLocks noGrp="1"/>
          </p:cNvSpPr>
          <p:nvPr>
            <p:ph type="body" idx="1"/>
          </p:nvPr>
        </p:nvSpPr>
        <p:spPr>
          <a:xfrm>
            <a:off x="483150" y="2237788"/>
            <a:ext cx="36198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78" name="Google Shape;378;p40"/>
          <p:cNvSpPr txBox="1">
            <a:spLocks noGrp="1"/>
          </p:cNvSpPr>
          <p:nvPr>
            <p:ph type="body" idx="2"/>
          </p:nvPr>
        </p:nvSpPr>
        <p:spPr>
          <a:xfrm>
            <a:off x="5048000" y="2237788"/>
            <a:ext cx="36198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79" name="Google Shape;379;p40"/>
          <p:cNvSpPr txBox="1">
            <a:spLocks noGrp="1"/>
          </p:cNvSpPr>
          <p:nvPr>
            <p:ph type="subTitle" idx="3"/>
          </p:nvPr>
        </p:nvSpPr>
        <p:spPr>
          <a:xfrm>
            <a:off x="483150" y="1336161"/>
            <a:ext cx="3619800" cy="542700"/>
          </a:xfrm>
          <a:prstGeom prst="rect">
            <a:avLst/>
          </a:prstGeom>
        </p:spPr>
        <p:txBody>
          <a:bodyPr spcFirstLastPara="1" wrap="square" lIns="0" tIns="0" rIns="0" bIns="0"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80" name="Google Shape;380;p40"/>
          <p:cNvSpPr txBox="1">
            <a:spLocks noGrp="1"/>
          </p:cNvSpPr>
          <p:nvPr>
            <p:ph type="subTitle" idx="4"/>
          </p:nvPr>
        </p:nvSpPr>
        <p:spPr>
          <a:xfrm>
            <a:off x="5048000" y="1336161"/>
            <a:ext cx="3619800" cy="542700"/>
          </a:xfrm>
          <a:prstGeom prst="rect">
            <a:avLst/>
          </a:prstGeom>
        </p:spPr>
        <p:txBody>
          <a:bodyPr spcFirstLastPara="1" wrap="square" lIns="0" tIns="0" rIns="0" bIns="0"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hree big ideas">
  <p:cSld name="Three big ideas">
    <p:spTree>
      <p:nvGrpSpPr>
        <p:cNvPr id="1" name="Shape 381"/>
        <p:cNvGrpSpPr/>
        <p:nvPr/>
      </p:nvGrpSpPr>
      <p:grpSpPr>
        <a:xfrm>
          <a:off x="0" y="0"/>
          <a:ext cx="0" cy="0"/>
          <a:chOff x="0" y="0"/>
          <a:chExt cx="0" cy="0"/>
        </a:xfrm>
      </p:grpSpPr>
      <p:sp>
        <p:nvSpPr>
          <p:cNvPr id="382" name="Google Shape;382;p41"/>
          <p:cNvSpPr txBox="1">
            <a:spLocks noGrp="1"/>
          </p:cNvSpPr>
          <p:nvPr>
            <p:ph type="body" idx="1"/>
          </p:nvPr>
        </p:nvSpPr>
        <p:spPr>
          <a:xfrm>
            <a:off x="483175" y="2417500"/>
            <a:ext cx="24555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83" name="Google Shape;383;p41"/>
          <p:cNvSpPr txBox="1">
            <a:spLocks noGrp="1"/>
          </p:cNvSpPr>
          <p:nvPr>
            <p:ph type="body" idx="2"/>
          </p:nvPr>
        </p:nvSpPr>
        <p:spPr>
          <a:xfrm>
            <a:off x="3347725" y="2417500"/>
            <a:ext cx="24555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84" name="Google Shape;384;p41"/>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385" name="Google Shape;385;p41"/>
          <p:cNvSpPr txBox="1">
            <a:spLocks noGrp="1"/>
          </p:cNvSpPr>
          <p:nvPr>
            <p:ph type="subTitle" idx="3"/>
          </p:nvPr>
        </p:nvSpPr>
        <p:spPr>
          <a:xfrm>
            <a:off x="483175" y="1336150"/>
            <a:ext cx="2455500" cy="778500"/>
          </a:xfrm>
          <a:prstGeom prst="rect">
            <a:avLst/>
          </a:prstGeom>
        </p:spPr>
        <p:txBody>
          <a:bodyPr spcFirstLastPara="1" wrap="square" lIns="0" tIns="0" rIns="0" bIns="0"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86" name="Google Shape;386;p41"/>
          <p:cNvSpPr txBox="1">
            <a:spLocks noGrp="1"/>
          </p:cNvSpPr>
          <p:nvPr>
            <p:ph type="subTitle" idx="4"/>
          </p:nvPr>
        </p:nvSpPr>
        <p:spPr>
          <a:xfrm>
            <a:off x="3347725" y="1336150"/>
            <a:ext cx="2455500" cy="778500"/>
          </a:xfrm>
          <a:prstGeom prst="rect">
            <a:avLst/>
          </a:prstGeom>
        </p:spPr>
        <p:txBody>
          <a:bodyPr spcFirstLastPara="1" wrap="square" lIns="0" tIns="0" rIns="0" bIns="0"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87" name="Google Shape;387;p41"/>
          <p:cNvSpPr txBox="1">
            <a:spLocks noGrp="1"/>
          </p:cNvSpPr>
          <p:nvPr>
            <p:ph type="subTitle" idx="5"/>
          </p:nvPr>
        </p:nvSpPr>
        <p:spPr>
          <a:xfrm>
            <a:off x="6212275" y="1336150"/>
            <a:ext cx="2455500" cy="778500"/>
          </a:xfrm>
          <a:prstGeom prst="rect">
            <a:avLst/>
          </a:prstGeom>
        </p:spPr>
        <p:txBody>
          <a:bodyPr spcFirstLastPara="1" wrap="square" lIns="0" tIns="0" rIns="0" bIns="0"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88" name="Google Shape;388;p41"/>
          <p:cNvSpPr txBox="1">
            <a:spLocks noGrp="1"/>
          </p:cNvSpPr>
          <p:nvPr>
            <p:ph type="body" idx="6"/>
          </p:nvPr>
        </p:nvSpPr>
        <p:spPr>
          <a:xfrm>
            <a:off x="6212275" y="2417500"/>
            <a:ext cx="24555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Four big ideas">
  <p:cSld name="Four big ideas">
    <p:spTree>
      <p:nvGrpSpPr>
        <p:cNvPr id="1" name="Shape 389"/>
        <p:cNvGrpSpPr/>
        <p:nvPr/>
      </p:nvGrpSpPr>
      <p:grpSpPr>
        <a:xfrm>
          <a:off x="0" y="0"/>
          <a:ext cx="0" cy="0"/>
          <a:chOff x="0" y="0"/>
          <a:chExt cx="0" cy="0"/>
        </a:xfrm>
      </p:grpSpPr>
      <p:sp>
        <p:nvSpPr>
          <p:cNvPr id="390" name="Google Shape;390;p42"/>
          <p:cNvSpPr txBox="1">
            <a:spLocks noGrp="1"/>
          </p:cNvSpPr>
          <p:nvPr>
            <p:ph type="body" idx="1"/>
          </p:nvPr>
        </p:nvSpPr>
        <p:spPr>
          <a:xfrm>
            <a:off x="366725" y="1759093"/>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91" name="Google Shape;391;p42"/>
          <p:cNvSpPr txBox="1">
            <a:spLocks noGrp="1"/>
          </p:cNvSpPr>
          <p:nvPr>
            <p:ph type="body" idx="2"/>
          </p:nvPr>
        </p:nvSpPr>
        <p:spPr>
          <a:xfrm>
            <a:off x="4938725" y="1759093"/>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92" name="Google Shape;392;p42"/>
          <p:cNvSpPr txBox="1">
            <a:spLocks noGrp="1"/>
          </p:cNvSpPr>
          <p:nvPr>
            <p:ph type="body" idx="3"/>
          </p:nvPr>
        </p:nvSpPr>
        <p:spPr>
          <a:xfrm>
            <a:off x="366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93" name="Google Shape;393;p42"/>
          <p:cNvSpPr txBox="1">
            <a:spLocks noGrp="1"/>
          </p:cNvSpPr>
          <p:nvPr>
            <p:ph type="body" idx="4"/>
          </p:nvPr>
        </p:nvSpPr>
        <p:spPr>
          <a:xfrm>
            <a:off x="4938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94" name="Google Shape;394;p42"/>
          <p:cNvSpPr txBox="1">
            <a:spLocks noGrp="1"/>
          </p:cNvSpPr>
          <p:nvPr>
            <p:ph type="title"/>
          </p:nvPr>
        </p:nvSpPr>
        <p:spPr>
          <a:xfrm>
            <a:off x="366750"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395" name="Google Shape;395;p42"/>
          <p:cNvSpPr txBox="1">
            <a:spLocks noGrp="1"/>
          </p:cNvSpPr>
          <p:nvPr>
            <p:ph type="subTitle" idx="5"/>
          </p:nvPr>
        </p:nvSpPr>
        <p:spPr>
          <a:xfrm>
            <a:off x="366763" y="1277907"/>
            <a:ext cx="3838500" cy="481200"/>
          </a:xfrm>
          <a:prstGeom prst="rect">
            <a:avLst/>
          </a:prstGeom>
        </p:spPr>
        <p:txBody>
          <a:bodyPr spcFirstLastPara="1" wrap="square" lIns="0" tIns="0" rIns="0" bIns="0"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96" name="Google Shape;396;p42"/>
          <p:cNvSpPr txBox="1">
            <a:spLocks noGrp="1"/>
          </p:cNvSpPr>
          <p:nvPr>
            <p:ph type="subTitle" idx="6"/>
          </p:nvPr>
        </p:nvSpPr>
        <p:spPr>
          <a:xfrm>
            <a:off x="4938738" y="1277907"/>
            <a:ext cx="3838500" cy="481200"/>
          </a:xfrm>
          <a:prstGeom prst="rect">
            <a:avLst/>
          </a:prstGeom>
        </p:spPr>
        <p:txBody>
          <a:bodyPr spcFirstLastPara="1" wrap="square" lIns="0" tIns="0" rIns="0" bIns="0"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97" name="Google Shape;397;p42"/>
          <p:cNvSpPr txBox="1">
            <a:spLocks noGrp="1"/>
          </p:cNvSpPr>
          <p:nvPr>
            <p:ph type="subTitle" idx="7"/>
          </p:nvPr>
        </p:nvSpPr>
        <p:spPr>
          <a:xfrm>
            <a:off x="4938761" y="3167363"/>
            <a:ext cx="3838500" cy="481200"/>
          </a:xfrm>
          <a:prstGeom prst="rect">
            <a:avLst/>
          </a:prstGeom>
        </p:spPr>
        <p:txBody>
          <a:bodyPr spcFirstLastPara="1" wrap="square" lIns="0" tIns="0" rIns="0" bIns="0"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98" name="Google Shape;398;p42"/>
          <p:cNvSpPr txBox="1">
            <a:spLocks noGrp="1"/>
          </p:cNvSpPr>
          <p:nvPr>
            <p:ph type="subTitle" idx="8"/>
          </p:nvPr>
        </p:nvSpPr>
        <p:spPr>
          <a:xfrm>
            <a:off x="366750" y="3167363"/>
            <a:ext cx="3838500" cy="481200"/>
          </a:xfrm>
          <a:prstGeom prst="rect">
            <a:avLst/>
          </a:prstGeom>
        </p:spPr>
        <p:txBody>
          <a:bodyPr spcFirstLastPara="1" wrap="square" lIns="0" tIns="0" rIns="0" bIns="0"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and image">
  <p:cSld name="Title and image">
    <p:spTree>
      <p:nvGrpSpPr>
        <p:cNvPr id="1" name="Shape 399"/>
        <p:cNvGrpSpPr/>
        <p:nvPr/>
      </p:nvGrpSpPr>
      <p:grpSpPr>
        <a:xfrm>
          <a:off x="0" y="0"/>
          <a:ext cx="0" cy="0"/>
          <a:chOff x="0" y="0"/>
          <a:chExt cx="0" cy="0"/>
        </a:xfrm>
      </p:grpSpPr>
      <p:sp>
        <p:nvSpPr>
          <p:cNvPr id="400" name="Google Shape;400;p4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1" name="Google Shape;401;p43"/>
          <p:cNvSpPr>
            <a:spLocks noGrp="1"/>
          </p:cNvSpPr>
          <p:nvPr>
            <p:ph type="pic" idx="2"/>
          </p:nvPr>
        </p:nvSpPr>
        <p:spPr>
          <a:xfrm>
            <a:off x="311700" y="1170425"/>
            <a:ext cx="8520600" cy="3492900"/>
          </a:xfrm>
          <a:prstGeom prst="rect">
            <a:avLst/>
          </a:prstGeom>
          <a:noFill/>
          <a:ln>
            <a:noFill/>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wo storyboards">
  <p:cSld name="Two storyboards">
    <p:spTree>
      <p:nvGrpSpPr>
        <p:cNvPr id="1" name="Shape 402"/>
        <p:cNvGrpSpPr/>
        <p:nvPr/>
      </p:nvGrpSpPr>
      <p:grpSpPr>
        <a:xfrm>
          <a:off x="0" y="0"/>
          <a:ext cx="0" cy="0"/>
          <a:chOff x="0" y="0"/>
          <a:chExt cx="0" cy="0"/>
        </a:xfrm>
      </p:grpSpPr>
      <p:sp>
        <p:nvSpPr>
          <p:cNvPr id="403" name="Google Shape;403;p44"/>
          <p:cNvSpPr txBox="1">
            <a:spLocks noGrp="1"/>
          </p:cNvSpPr>
          <p:nvPr>
            <p:ph type="body" idx="1"/>
          </p:nvPr>
        </p:nvSpPr>
        <p:spPr>
          <a:xfrm>
            <a:off x="311700" y="4080225"/>
            <a:ext cx="4027500" cy="926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404" name="Google Shape;404;p44"/>
          <p:cNvSpPr>
            <a:spLocks noGrp="1"/>
          </p:cNvSpPr>
          <p:nvPr>
            <p:ph type="pic" idx="2"/>
          </p:nvPr>
        </p:nvSpPr>
        <p:spPr>
          <a:xfrm>
            <a:off x="4804825" y="1133300"/>
            <a:ext cx="4027500" cy="2392800"/>
          </a:xfrm>
          <a:prstGeom prst="rect">
            <a:avLst/>
          </a:prstGeom>
          <a:noFill/>
          <a:ln>
            <a:noFill/>
          </a:ln>
        </p:spPr>
      </p:sp>
      <p:sp>
        <p:nvSpPr>
          <p:cNvPr id="405" name="Google Shape;405;p44"/>
          <p:cNvSpPr>
            <a:spLocks noGrp="1"/>
          </p:cNvSpPr>
          <p:nvPr>
            <p:ph type="pic" idx="3"/>
          </p:nvPr>
        </p:nvSpPr>
        <p:spPr>
          <a:xfrm>
            <a:off x="311725" y="1133300"/>
            <a:ext cx="4027500" cy="2392800"/>
          </a:xfrm>
          <a:prstGeom prst="rect">
            <a:avLst/>
          </a:prstGeom>
          <a:noFill/>
          <a:ln>
            <a:noFill/>
          </a:ln>
        </p:spPr>
      </p:sp>
      <p:sp>
        <p:nvSpPr>
          <p:cNvPr id="406" name="Google Shape;406;p44"/>
          <p:cNvSpPr txBox="1">
            <a:spLocks noGrp="1"/>
          </p:cNvSpPr>
          <p:nvPr>
            <p:ph type="body" idx="4"/>
          </p:nvPr>
        </p:nvSpPr>
        <p:spPr>
          <a:xfrm>
            <a:off x="4804825" y="4080225"/>
            <a:ext cx="4027500" cy="926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407" name="Google Shape;407;p4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8" name="Google Shape;408;p44"/>
          <p:cNvSpPr txBox="1">
            <a:spLocks noGrp="1"/>
          </p:cNvSpPr>
          <p:nvPr>
            <p:ph type="subTitle" idx="5"/>
          </p:nvPr>
        </p:nvSpPr>
        <p:spPr>
          <a:xfrm>
            <a:off x="311725" y="3582900"/>
            <a:ext cx="4027500" cy="481200"/>
          </a:xfrm>
          <a:prstGeom prst="rect">
            <a:avLst/>
          </a:prstGeom>
        </p:spPr>
        <p:txBody>
          <a:bodyPr spcFirstLastPara="1" wrap="square" lIns="0" tIns="0" rIns="0" bIns="0"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409" name="Google Shape;409;p44"/>
          <p:cNvSpPr txBox="1">
            <a:spLocks noGrp="1"/>
          </p:cNvSpPr>
          <p:nvPr>
            <p:ph type="subTitle" idx="6"/>
          </p:nvPr>
        </p:nvSpPr>
        <p:spPr>
          <a:xfrm>
            <a:off x="4804825" y="3582900"/>
            <a:ext cx="4027500" cy="481200"/>
          </a:xfrm>
          <a:prstGeom prst="rect">
            <a:avLst/>
          </a:prstGeom>
        </p:spPr>
        <p:txBody>
          <a:bodyPr spcFirstLastPara="1" wrap="square" lIns="0" tIns="0" rIns="0" bIns="0"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hree storyboards">
  <p:cSld name="Three storyboards">
    <p:spTree>
      <p:nvGrpSpPr>
        <p:cNvPr id="1" name="Shape 410"/>
        <p:cNvGrpSpPr/>
        <p:nvPr/>
      </p:nvGrpSpPr>
      <p:grpSpPr>
        <a:xfrm>
          <a:off x="0" y="0"/>
          <a:ext cx="0" cy="0"/>
          <a:chOff x="0" y="0"/>
          <a:chExt cx="0" cy="0"/>
        </a:xfrm>
      </p:grpSpPr>
      <p:sp>
        <p:nvSpPr>
          <p:cNvPr id="411" name="Google Shape;411;p45"/>
          <p:cNvSpPr txBox="1">
            <a:spLocks noGrp="1"/>
          </p:cNvSpPr>
          <p:nvPr>
            <p:ph type="body" idx="1"/>
          </p:nvPr>
        </p:nvSpPr>
        <p:spPr>
          <a:xfrm>
            <a:off x="311700"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412" name="Google Shape;412;p45"/>
          <p:cNvSpPr>
            <a:spLocks noGrp="1"/>
          </p:cNvSpPr>
          <p:nvPr>
            <p:ph type="pic" idx="2"/>
          </p:nvPr>
        </p:nvSpPr>
        <p:spPr>
          <a:xfrm>
            <a:off x="6205225" y="1128325"/>
            <a:ext cx="2627100" cy="2273100"/>
          </a:xfrm>
          <a:prstGeom prst="rect">
            <a:avLst/>
          </a:prstGeom>
          <a:noFill/>
          <a:ln>
            <a:noFill/>
          </a:ln>
        </p:spPr>
      </p:sp>
      <p:sp>
        <p:nvSpPr>
          <p:cNvPr id="413" name="Google Shape;413;p45"/>
          <p:cNvSpPr>
            <a:spLocks noGrp="1"/>
          </p:cNvSpPr>
          <p:nvPr>
            <p:ph type="pic" idx="3"/>
          </p:nvPr>
        </p:nvSpPr>
        <p:spPr>
          <a:xfrm>
            <a:off x="311725" y="1128325"/>
            <a:ext cx="2627100" cy="2273100"/>
          </a:xfrm>
          <a:prstGeom prst="rect">
            <a:avLst/>
          </a:prstGeom>
          <a:noFill/>
          <a:ln>
            <a:noFill/>
          </a:ln>
        </p:spPr>
      </p:sp>
      <p:sp>
        <p:nvSpPr>
          <p:cNvPr id="414" name="Google Shape;414;p45"/>
          <p:cNvSpPr txBox="1">
            <a:spLocks noGrp="1"/>
          </p:cNvSpPr>
          <p:nvPr>
            <p:ph type="body" idx="4"/>
          </p:nvPr>
        </p:nvSpPr>
        <p:spPr>
          <a:xfrm>
            <a:off x="6205225"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415" name="Google Shape;415;p45"/>
          <p:cNvSpPr>
            <a:spLocks noGrp="1"/>
          </p:cNvSpPr>
          <p:nvPr>
            <p:ph type="pic" idx="5"/>
          </p:nvPr>
        </p:nvSpPr>
        <p:spPr>
          <a:xfrm>
            <a:off x="3255250" y="1128325"/>
            <a:ext cx="2627100" cy="2273100"/>
          </a:xfrm>
          <a:prstGeom prst="rect">
            <a:avLst/>
          </a:prstGeom>
          <a:noFill/>
          <a:ln>
            <a:noFill/>
          </a:ln>
        </p:spPr>
      </p:sp>
      <p:sp>
        <p:nvSpPr>
          <p:cNvPr id="416" name="Google Shape;416;p45"/>
          <p:cNvSpPr txBox="1">
            <a:spLocks noGrp="1"/>
          </p:cNvSpPr>
          <p:nvPr>
            <p:ph type="body" idx="6"/>
          </p:nvPr>
        </p:nvSpPr>
        <p:spPr>
          <a:xfrm>
            <a:off x="3255250"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417" name="Google Shape;417;p4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8" name="Google Shape;418;p45"/>
          <p:cNvSpPr txBox="1">
            <a:spLocks noGrp="1"/>
          </p:cNvSpPr>
          <p:nvPr>
            <p:ph type="subTitle" idx="7"/>
          </p:nvPr>
        </p:nvSpPr>
        <p:spPr>
          <a:xfrm>
            <a:off x="311725" y="3430500"/>
            <a:ext cx="2627100" cy="481200"/>
          </a:xfrm>
          <a:prstGeom prst="rect">
            <a:avLst/>
          </a:prstGeom>
        </p:spPr>
        <p:txBody>
          <a:bodyPr spcFirstLastPara="1" wrap="square" lIns="0" tIns="0" rIns="0" bIns="0"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419" name="Google Shape;419;p45"/>
          <p:cNvSpPr txBox="1">
            <a:spLocks noGrp="1"/>
          </p:cNvSpPr>
          <p:nvPr>
            <p:ph type="subTitle" idx="8"/>
          </p:nvPr>
        </p:nvSpPr>
        <p:spPr>
          <a:xfrm>
            <a:off x="6205225" y="3430500"/>
            <a:ext cx="2627100" cy="481200"/>
          </a:xfrm>
          <a:prstGeom prst="rect">
            <a:avLst/>
          </a:prstGeom>
        </p:spPr>
        <p:txBody>
          <a:bodyPr spcFirstLastPara="1" wrap="square" lIns="0" tIns="0" rIns="0" bIns="0"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420" name="Google Shape;420;p45"/>
          <p:cNvSpPr txBox="1">
            <a:spLocks noGrp="1"/>
          </p:cNvSpPr>
          <p:nvPr>
            <p:ph type="subTitle" idx="9"/>
          </p:nvPr>
        </p:nvSpPr>
        <p:spPr>
          <a:xfrm>
            <a:off x="3255250" y="3430500"/>
            <a:ext cx="2627100" cy="481200"/>
          </a:xfrm>
          <a:prstGeom prst="rect">
            <a:avLst/>
          </a:prstGeom>
        </p:spPr>
        <p:txBody>
          <a:bodyPr spcFirstLastPara="1" wrap="square" lIns="0" tIns="0" rIns="0" bIns="0"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Image only">
  <p:cSld name="Image only">
    <p:spTree>
      <p:nvGrpSpPr>
        <p:cNvPr id="1" name="Shape 421"/>
        <p:cNvGrpSpPr/>
        <p:nvPr/>
      </p:nvGrpSpPr>
      <p:grpSpPr>
        <a:xfrm>
          <a:off x="0" y="0"/>
          <a:ext cx="0" cy="0"/>
          <a:chOff x="0" y="0"/>
          <a:chExt cx="0" cy="0"/>
        </a:xfrm>
      </p:grpSpPr>
      <p:sp>
        <p:nvSpPr>
          <p:cNvPr id="422" name="Google Shape;422;p46"/>
          <p:cNvSpPr>
            <a:spLocks noGrp="1"/>
          </p:cNvSpPr>
          <p:nvPr>
            <p:ph type="pic" idx="2"/>
          </p:nvPr>
        </p:nvSpPr>
        <p:spPr>
          <a:xfrm>
            <a:off x="311700" y="445025"/>
            <a:ext cx="8520600" cy="4218300"/>
          </a:xfrm>
          <a:prstGeom prst="rect">
            <a:avLst/>
          </a:prstGeom>
          <a:noFill/>
          <a:ln>
            <a:no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Image grid">
  <p:cSld name="Image grid">
    <p:spTree>
      <p:nvGrpSpPr>
        <p:cNvPr id="1" name="Shape 423"/>
        <p:cNvGrpSpPr/>
        <p:nvPr/>
      </p:nvGrpSpPr>
      <p:grpSpPr>
        <a:xfrm>
          <a:off x="0" y="0"/>
          <a:ext cx="0" cy="0"/>
          <a:chOff x="0" y="0"/>
          <a:chExt cx="0" cy="0"/>
        </a:xfrm>
      </p:grpSpPr>
      <p:sp>
        <p:nvSpPr>
          <p:cNvPr id="424" name="Google Shape;424;p47"/>
          <p:cNvSpPr>
            <a:spLocks noGrp="1"/>
          </p:cNvSpPr>
          <p:nvPr>
            <p:ph type="pic" idx="2"/>
          </p:nvPr>
        </p:nvSpPr>
        <p:spPr>
          <a:xfrm>
            <a:off x="3389600" y="118913"/>
            <a:ext cx="1643700" cy="1535100"/>
          </a:xfrm>
          <a:prstGeom prst="rect">
            <a:avLst/>
          </a:prstGeom>
          <a:noFill/>
          <a:ln>
            <a:noFill/>
          </a:ln>
        </p:spPr>
      </p:sp>
      <p:sp>
        <p:nvSpPr>
          <p:cNvPr id="425" name="Google Shape;425;p47"/>
          <p:cNvSpPr>
            <a:spLocks noGrp="1"/>
          </p:cNvSpPr>
          <p:nvPr>
            <p:ph type="pic" idx="3"/>
          </p:nvPr>
        </p:nvSpPr>
        <p:spPr>
          <a:xfrm>
            <a:off x="5195935" y="118913"/>
            <a:ext cx="1643700" cy="1535100"/>
          </a:xfrm>
          <a:prstGeom prst="rect">
            <a:avLst/>
          </a:prstGeom>
          <a:noFill/>
          <a:ln>
            <a:noFill/>
          </a:ln>
        </p:spPr>
      </p:sp>
      <p:sp>
        <p:nvSpPr>
          <p:cNvPr id="426" name="Google Shape;426;p47"/>
          <p:cNvSpPr>
            <a:spLocks noGrp="1"/>
          </p:cNvSpPr>
          <p:nvPr>
            <p:ph type="pic" idx="4"/>
          </p:nvPr>
        </p:nvSpPr>
        <p:spPr>
          <a:xfrm>
            <a:off x="7002270" y="118913"/>
            <a:ext cx="1643700" cy="1535100"/>
          </a:xfrm>
          <a:prstGeom prst="rect">
            <a:avLst/>
          </a:prstGeom>
          <a:noFill/>
          <a:ln>
            <a:noFill/>
          </a:ln>
        </p:spPr>
      </p:sp>
      <p:sp>
        <p:nvSpPr>
          <p:cNvPr id="427" name="Google Shape;427;p47"/>
          <p:cNvSpPr>
            <a:spLocks noGrp="1"/>
          </p:cNvSpPr>
          <p:nvPr>
            <p:ph type="pic" idx="5"/>
          </p:nvPr>
        </p:nvSpPr>
        <p:spPr>
          <a:xfrm>
            <a:off x="3389588" y="1804212"/>
            <a:ext cx="1643700" cy="1535100"/>
          </a:xfrm>
          <a:prstGeom prst="rect">
            <a:avLst/>
          </a:prstGeom>
          <a:noFill/>
          <a:ln>
            <a:noFill/>
          </a:ln>
        </p:spPr>
      </p:sp>
      <p:sp>
        <p:nvSpPr>
          <p:cNvPr id="428" name="Google Shape;428;p47"/>
          <p:cNvSpPr>
            <a:spLocks noGrp="1"/>
          </p:cNvSpPr>
          <p:nvPr>
            <p:ph type="pic" idx="6"/>
          </p:nvPr>
        </p:nvSpPr>
        <p:spPr>
          <a:xfrm>
            <a:off x="5195922" y="1804212"/>
            <a:ext cx="1643700" cy="1535100"/>
          </a:xfrm>
          <a:prstGeom prst="rect">
            <a:avLst/>
          </a:prstGeom>
          <a:noFill/>
          <a:ln>
            <a:noFill/>
          </a:ln>
        </p:spPr>
      </p:sp>
      <p:sp>
        <p:nvSpPr>
          <p:cNvPr id="429" name="Google Shape;429;p47"/>
          <p:cNvSpPr>
            <a:spLocks noGrp="1"/>
          </p:cNvSpPr>
          <p:nvPr>
            <p:ph type="pic" idx="7"/>
          </p:nvPr>
        </p:nvSpPr>
        <p:spPr>
          <a:xfrm>
            <a:off x="7002257" y="1804212"/>
            <a:ext cx="1643700" cy="1535100"/>
          </a:xfrm>
          <a:prstGeom prst="rect">
            <a:avLst/>
          </a:prstGeom>
          <a:noFill/>
          <a:ln>
            <a:noFill/>
          </a:ln>
        </p:spPr>
      </p:sp>
      <p:sp>
        <p:nvSpPr>
          <p:cNvPr id="430" name="Google Shape;430;p47"/>
          <p:cNvSpPr txBox="1">
            <a:spLocks noGrp="1"/>
          </p:cNvSpPr>
          <p:nvPr>
            <p:ph type="title"/>
          </p:nvPr>
        </p:nvSpPr>
        <p:spPr>
          <a:xfrm>
            <a:off x="351550" y="445025"/>
            <a:ext cx="2596800" cy="1706400"/>
          </a:xfrm>
          <a:prstGeom prst="rect">
            <a:avLst/>
          </a:prstGeom>
        </p:spPr>
        <p:txBody>
          <a:bodyPr spcFirstLastPara="1" wrap="square" lIns="91425" tIns="91425" rIns="91425" bIns="91425" anchor="t" anchorCtr="0">
            <a:sp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1" name="Google Shape;431;p47"/>
          <p:cNvSpPr>
            <a:spLocks noGrp="1"/>
          </p:cNvSpPr>
          <p:nvPr>
            <p:ph type="pic" idx="8"/>
          </p:nvPr>
        </p:nvSpPr>
        <p:spPr>
          <a:xfrm>
            <a:off x="3389588" y="3489487"/>
            <a:ext cx="1643700" cy="1535100"/>
          </a:xfrm>
          <a:prstGeom prst="rect">
            <a:avLst/>
          </a:prstGeom>
          <a:noFill/>
          <a:ln>
            <a:noFill/>
          </a:ln>
        </p:spPr>
      </p:sp>
      <p:sp>
        <p:nvSpPr>
          <p:cNvPr id="432" name="Google Shape;432;p47"/>
          <p:cNvSpPr>
            <a:spLocks noGrp="1"/>
          </p:cNvSpPr>
          <p:nvPr>
            <p:ph type="pic" idx="9"/>
          </p:nvPr>
        </p:nvSpPr>
        <p:spPr>
          <a:xfrm>
            <a:off x="5195922" y="3489487"/>
            <a:ext cx="1643700" cy="1535100"/>
          </a:xfrm>
          <a:prstGeom prst="rect">
            <a:avLst/>
          </a:prstGeom>
          <a:noFill/>
          <a:ln>
            <a:noFill/>
          </a:ln>
        </p:spPr>
      </p:sp>
      <p:sp>
        <p:nvSpPr>
          <p:cNvPr id="433" name="Google Shape;433;p47"/>
          <p:cNvSpPr>
            <a:spLocks noGrp="1"/>
          </p:cNvSpPr>
          <p:nvPr>
            <p:ph type="pic" idx="13"/>
          </p:nvPr>
        </p:nvSpPr>
        <p:spPr>
          <a:xfrm>
            <a:off x="7002257" y="3489487"/>
            <a:ext cx="1643700" cy="1535100"/>
          </a:xfrm>
          <a:prstGeom prst="rect">
            <a:avLst/>
          </a:prstGeom>
          <a:noFill/>
          <a:ln>
            <a:noFill/>
          </a:ln>
        </p:spPr>
      </p:sp>
    </p:spTree>
  </p:cSld>
  <p:clrMapOvr>
    <a:masterClrMapping/>
  </p:clrMapOvr>
  <p:extLst>
    <p:ext uri="{DCECCB84-F9BA-43D5-87BE-67443E8EF086}">
      <p15:sldGuideLst xmlns:p15="http://schemas.microsoft.com/office/powerpoint/2012/main">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30075" y="58625"/>
            <a:ext cx="2500500" cy="172200"/>
          </a:xfrm>
          <a:prstGeom prst="rect">
            <a:avLst/>
          </a:prstGeom>
          <a:noFill/>
          <a:ln>
            <a:noFill/>
          </a:ln>
        </p:spPr>
        <p:txBody>
          <a:bodyPr spcFirstLastPara="1" wrap="square" lIns="0" tIns="0" rIns="0" bIns="0" anchor="ctr" anchorCtr="0">
            <a:noAutofit/>
          </a:bodyPr>
          <a:lstStyle>
            <a:lvl1pPr lvl="0">
              <a:spcBef>
                <a:spcPts val="0"/>
              </a:spcBef>
              <a:spcAft>
                <a:spcPts val="0"/>
              </a:spcAft>
              <a:buNone/>
              <a:defRPr sz="700">
                <a:solidFill>
                  <a:schemeClr val="dk1"/>
                </a:solidFill>
                <a:latin typeface="Figtree"/>
                <a:ea typeface="Figtree"/>
                <a:cs typeface="Figtree"/>
                <a:sym typeface="Figtree"/>
              </a:defRPr>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a:endParaRPr/>
          </a:p>
        </p:txBody>
      </p:sp>
      <p:sp>
        <p:nvSpPr>
          <p:cNvPr id="7" name="Google Shape;7;p1"/>
          <p:cNvSpPr txBox="1">
            <a:spLocks noGrp="1"/>
          </p:cNvSpPr>
          <p:nvPr>
            <p:ph type="title" idx="2"/>
          </p:nvPr>
        </p:nvSpPr>
        <p:spPr>
          <a:xfrm>
            <a:off x="6414875" y="58625"/>
            <a:ext cx="2500500" cy="172200"/>
          </a:xfrm>
          <a:prstGeom prst="rect">
            <a:avLst/>
          </a:prstGeom>
          <a:noFill/>
          <a:ln>
            <a:noFill/>
          </a:ln>
        </p:spPr>
        <p:txBody>
          <a:bodyPr spcFirstLastPara="1" wrap="square" lIns="0" tIns="0" rIns="0" bIns="0" anchor="ctr" anchorCtr="0">
            <a:noAutofit/>
          </a:bodyPr>
          <a:lstStyle>
            <a:lvl1pPr lvl="0" algn="r">
              <a:spcBef>
                <a:spcPts val="0"/>
              </a:spcBef>
              <a:spcAft>
                <a:spcPts val="0"/>
              </a:spcAft>
              <a:buNone/>
              <a:defRPr sz="700">
                <a:solidFill>
                  <a:schemeClr val="dk1"/>
                </a:solidFill>
                <a:latin typeface="Figtree"/>
                <a:ea typeface="Figtree"/>
                <a:cs typeface="Figtree"/>
                <a:sym typeface="Figtree"/>
              </a:defRPr>
            </a:lvl1pPr>
            <a:lvl2pPr lvl="1"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a:endParaRPr/>
          </a:p>
        </p:txBody>
      </p:sp>
      <p:sp>
        <p:nvSpPr>
          <p:cNvPr id="8" name="Google Shape;8;p1"/>
          <p:cNvSpPr txBox="1">
            <a:spLocks noGrp="1"/>
          </p:cNvSpPr>
          <p:nvPr>
            <p:ph type="body" idx="1"/>
          </p:nvPr>
        </p:nvSpPr>
        <p:spPr>
          <a:xfrm>
            <a:off x="228600" y="2881050"/>
            <a:ext cx="4296600" cy="1936500"/>
          </a:xfrm>
          <a:prstGeom prst="rect">
            <a:avLst/>
          </a:prstGeom>
          <a:noFill/>
          <a:ln>
            <a:noFill/>
          </a:ln>
        </p:spPr>
        <p:txBody>
          <a:bodyPr spcFirstLastPara="1" wrap="square" lIns="91425" tIns="91425" rIns="91425" bIns="91425" anchor="t" anchorCtr="0">
            <a:noAutofit/>
          </a:bodyPr>
          <a:lstStyle>
            <a:lvl1pPr marL="457200" lvl="0" indent="-3048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1pPr>
            <a:lvl2pPr marL="914400" lvl="1" indent="-3048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2pPr>
            <a:lvl3pPr marL="1371600" lvl="2" indent="-3048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3pPr>
            <a:lvl4pPr marL="1828800" lvl="3" indent="-3048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4pPr>
            <a:lvl5pPr marL="2286000" lvl="4" indent="-3048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5pPr>
            <a:lvl6pPr marL="2743200" lvl="5" indent="-3048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6pPr>
            <a:lvl7pPr marL="3200400" lvl="6" indent="-3048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7pPr>
            <a:lvl8pPr marL="3657600" lvl="7" indent="-3048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8pPr>
            <a:lvl9pPr marL="4114800" lvl="8" indent="-3048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9pPr>
          </a:lstStyle>
          <a:p>
            <a:endParaRPr/>
          </a:p>
        </p:txBody>
      </p:sp>
      <p:sp>
        <p:nvSpPr>
          <p:cNvPr id="9" name="Google Shape;9;p1"/>
          <p:cNvSpPr txBox="1">
            <a:spLocks noGrp="1"/>
          </p:cNvSpPr>
          <p:nvPr>
            <p:ph type="title" idx="3"/>
          </p:nvPr>
        </p:nvSpPr>
        <p:spPr>
          <a:xfrm>
            <a:off x="371825" y="149825"/>
            <a:ext cx="6212400" cy="23781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5600"/>
              <a:buFont typeface="Figtree"/>
              <a:buNone/>
              <a:defRPr sz="5600">
                <a:solidFill>
                  <a:schemeClr val="dk1"/>
                </a:solidFill>
                <a:latin typeface="Figtree"/>
                <a:ea typeface="Figtree"/>
                <a:cs typeface="Figtree"/>
                <a:sym typeface="Figtre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065">
          <p15:clr>
            <a:srgbClr val="E46962"/>
          </p15:clr>
        </p15:guide>
        <p15:guide id="8" pos="1010">
          <p15:clr>
            <a:srgbClr val="E46962"/>
          </p15:clr>
        </p15:guide>
        <p15:guide id="9" pos="4695">
          <p15:clr>
            <a:srgbClr val="E46962"/>
          </p15:clr>
        </p15:guide>
        <p15:guide id="10" pos="4750">
          <p15:clr>
            <a:srgbClr val="E46962"/>
          </p15:clr>
        </p15:guide>
        <p15:guide id="11" pos="3774">
          <p15:clr>
            <a:srgbClr val="E46962"/>
          </p15:clr>
        </p15:guide>
        <p15:guide id="12" pos="3828">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7.xml"/><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48"/>
          <p:cNvSpPr txBox="1">
            <a:spLocks noGrp="1"/>
          </p:cNvSpPr>
          <p:nvPr>
            <p:ph type="title" idx="3"/>
          </p:nvPr>
        </p:nvSpPr>
        <p:spPr>
          <a:xfrm>
            <a:off x="189450" y="1487124"/>
            <a:ext cx="8671200" cy="1444200"/>
          </a:xfrm>
          <a:prstGeom prst="rect">
            <a:avLst/>
          </a:prstGeom>
        </p:spPr>
        <p:txBody>
          <a:bodyPr spcFirstLastPara="1" wrap="square" lIns="0" tIns="91425" rIns="91425" bIns="91425" anchor="t" anchorCtr="0">
            <a:noAutofit/>
          </a:bodyPr>
          <a:lstStyle/>
          <a:p>
            <a:pPr marL="0" lvl="0" indent="0" algn="ctr" rtl="0">
              <a:spcBef>
                <a:spcPts val="0"/>
              </a:spcBef>
              <a:spcAft>
                <a:spcPts val="0"/>
              </a:spcAft>
              <a:buNone/>
            </a:pPr>
            <a:r>
              <a:rPr lang="en" sz="4300"/>
              <a:t>DATA DRIVEN INSIGHTS FOR </a:t>
            </a:r>
            <a:endParaRPr sz="4300"/>
          </a:p>
          <a:p>
            <a:pPr marL="0" lvl="0" indent="0" algn="ctr" rtl="0">
              <a:spcBef>
                <a:spcPts val="0"/>
              </a:spcBef>
              <a:spcAft>
                <a:spcPts val="0"/>
              </a:spcAft>
              <a:buNone/>
            </a:pPr>
            <a:r>
              <a:rPr lang="en" sz="4300">
                <a:solidFill>
                  <a:srgbClr val="A44DEC"/>
                </a:solidFill>
              </a:rPr>
              <a:t>DIGITAL MARKETING     CAMPAIGN </a:t>
            </a:r>
            <a:endParaRPr sz="4300">
              <a:solidFill>
                <a:srgbClr val="A44DEC"/>
              </a:solidFill>
            </a:endParaRPr>
          </a:p>
        </p:txBody>
      </p:sp>
      <p:sp>
        <p:nvSpPr>
          <p:cNvPr id="439" name="Google Shape;439;p48"/>
          <p:cNvSpPr txBox="1">
            <a:spLocks noGrp="1"/>
          </p:cNvSpPr>
          <p:nvPr>
            <p:ph type="subTitle" idx="1"/>
          </p:nvPr>
        </p:nvSpPr>
        <p:spPr>
          <a:xfrm>
            <a:off x="822041" y="4546725"/>
            <a:ext cx="2712000" cy="1848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a:t>Sangeetha Gunasekaran</a:t>
            </a:r>
            <a:endParaRPr/>
          </a:p>
        </p:txBody>
      </p:sp>
      <p:sp>
        <p:nvSpPr>
          <p:cNvPr id="440" name="Google Shape;440;p48"/>
          <p:cNvSpPr txBox="1">
            <a:spLocks noGrp="1"/>
          </p:cNvSpPr>
          <p:nvPr>
            <p:ph type="subTitle" idx="2"/>
          </p:nvPr>
        </p:nvSpPr>
        <p:spPr>
          <a:xfrm>
            <a:off x="822041" y="4310525"/>
            <a:ext cx="2712000" cy="1848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dirty="0"/>
              <a:t>Mini Project 7</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p49"/>
          <p:cNvSpPr txBox="1">
            <a:spLocks noGrp="1"/>
          </p:cNvSpPr>
          <p:nvPr>
            <p:ph type="title" idx="18"/>
          </p:nvPr>
        </p:nvSpPr>
        <p:spPr>
          <a:xfrm>
            <a:off x="1001483" y="489474"/>
            <a:ext cx="5762400" cy="464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b="1" u="sng" dirty="0"/>
              <a:t>AGENDA</a:t>
            </a:r>
            <a:endParaRPr b="1" u="sng" dirty="0"/>
          </a:p>
        </p:txBody>
      </p:sp>
      <p:sp>
        <p:nvSpPr>
          <p:cNvPr id="446" name="Google Shape;446;p49"/>
          <p:cNvSpPr txBox="1">
            <a:spLocks noGrp="1"/>
          </p:cNvSpPr>
          <p:nvPr>
            <p:ph type="title"/>
          </p:nvPr>
        </p:nvSpPr>
        <p:spPr>
          <a:xfrm>
            <a:off x="1647933" y="1784083"/>
            <a:ext cx="3590400" cy="3681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1700" dirty="0"/>
              <a:t>DATA PREPARATION </a:t>
            </a:r>
            <a:endParaRPr sz="1700" dirty="0"/>
          </a:p>
        </p:txBody>
      </p:sp>
      <p:sp>
        <p:nvSpPr>
          <p:cNvPr id="447" name="Google Shape;447;p49"/>
          <p:cNvSpPr txBox="1">
            <a:spLocks noGrp="1"/>
          </p:cNvSpPr>
          <p:nvPr>
            <p:ph type="title" idx="2"/>
          </p:nvPr>
        </p:nvSpPr>
        <p:spPr>
          <a:xfrm>
            <a:off x="1001476" y="3563081"/>
            <a:ext cx="592800" cy="368100"/>
          </a:xfrm>
          <a:prstGeom prst="rect">
            <a:avLst/>
          </a:prstGeom>
        </p:spPr>
        <p:txBody>
          <a:bodyPr spcFirstLastPara="1" wrap="square" lIns="0" tIns="0" rIns="91425" bIns="91425" anchor="t" anchorCtr="0">
            <a:noAutofit/>
          </a:bodyPr>
          <a:lstStyle/>
          <a:p>
            <a:pPr marL="0" lvl="0" indent="0" algn="l" rtl="0">
              <a:spcBef>
                <a:spcPts val="0"/>
              </a:spcBef>
              <a:spcAft>
                <a:spcPts val="0"/>
              </a:spcAft>
              <a:buNone/>
            </a:pPr>
            <a:r>
              <a:rPr lang="en"/>
              <a:t>06</a:t>
            </a:r>
            <a:endParaRPr/>
          </a:p>
        </p:txBody>
      </p:sp>
      <p:sp>
        <p:nvSpPr>
          <p:cNvPr id="448" name="Google Shape;448;p49"/>
          <p:cNvSpPr txBox="1">
            <a:spLocks noGrp="1"/>
          </p:cNvSpPr>
          <p:nvPr>
            <p:ph type="title" idx="5"/>
          </p:nvPr>
        </p:nvSpPr>
        <p:spPr>
          <a:xfrm>
            <a:off x="1647800" y="1357611"/>
            <a:ext cx="3590400" cy="368100"/>
          </a:xfrm>
          <a:prstGeom prst="rect">
            <a:avLst/>
          </a:prstGeom>
        </p:spPr>
        <p:txBody>
          <a:bodyPr spcFirstLastPara="1" wrap="square" lIns="0" tIns="0" rIns="0" bIns="0" anchor="ctr" anchorCtr="0">
            <a:noAutofit/>
          </a:bodyPr>
          <a:lstStyle/>
          <a:p>
            <a:pPr marL="0" lvl="0" indent="0" algn="l" rtl="0">
              <a:spcBef>
                <a:spcPts val="0"/>
              </a:spcBef>
              <a:spcAft>
                <a:spcPts val="0"/>
              </a:spcAft>
              <a:buClr>
                <a:schemeClr val="lt1"/>
              </a:buClr>
              <a:buSzPts val="1100"/>
              <a:buNone/>
            </a:pPr>
            <a:r>
              <a:rPr lang="en-US" sz="1700" dirty="0"/>
              <a:t>ANALYTICAL OBSERVATION</a:t>
            </a:r>
          </a:p>
        </p:txBody>
      </p:sp>
      <p:sp>
        <p:nvSpPr>
          <p:cNvPr id="449" name="Google Shape;449;p49"/>
          <p:cNvSpPr txBox="1">
            <a:spLocks noGrp="1"/>
          </p:cNvSpPr>
          <p:nvPr>
            <p:ph type="title" idx="6"/>
          </p:nvPr>
        </p:nvSpPr>
        <p:spPr>
          <a:xfrm>
            <a:off x="1647933" y="2235639"/>
            <a:ext cx="3590400" cy="368100"/>
          </a:xfrm>
          <a:prstGeom prst="rect">
            <a:avLst/>
          </a:prstGeom>
        </p:spPr>
        <p:txBody>
          <a:bodyPr spcFirstLastPara="1" wrap="square" lIns="0" tIns="0" rIns="0" bIns="0" anchor="ctr" anchorCtr="0">
            <a:noAutofit/>
          </a:bodyPr>
          <a:lstStyle/>
          <a:p>
            <a:pPr marL="0" lvl="0" indent="0" algn="l" rtl="0">
              <a:spcBef>
                <a:spcPts val="0"/>
              </a:spcBef>
              <a:spcAft>
                <a:spcPts val="0"/>
              </a:spcAft>
              <a:buClr>
                <a:schemeClr val="lt1"/>
              </a:buClr>
              <a:buSzPts val="1100"/>
              <a:buNone/>
            </a:pPr>
            <a:r>
              <a:rPr lang="en" sz="1700" dirty="0"/>
              <a:t>KPIs &amp; CHARTS CREATION	</a:t>
            </a:r>
            <a:endParaRPr sz="1700" dirty="0"/>
          </a:p>
        </p:txBody>
      </p:sp>
      <p:sp>
        <p:nvSpPr>
          <p:cNvPr id="450" name="Google Shape;450;p49"/>
          <p:cNvSpPr txBox="1">
            <a:spLocks noGrp="1"/>
          </p:cNvSpPr>
          <p:nvPr>
            <p:ph type="title" idx="7"/>
          </p:nvPr>
        </p:nvSpPr>
        <p:spPr>
          <a:xfrm>
            <a:off x="1647933" y="2675341"/>
            <a:ext cx="3590400" cy="368100"/>
          </a:xfrm>
          <a:prstGeom prst="rect">
            <a:avLst/>
          </a:prstGeom>
        </p:spPr>
        <p:txBody>
          <a:bodyPr spcFirstLastPara="1" wrap="square" lIns="0" tIns="0" rIns="0" bIns="0" anchor="ctr" anchorCtr="0">
            <a:noAutofit/>
          </a:bodyPr>
          <a:lstStyle/>
          <a:p>
            <a:pPr marL="0" lvl="0" indent="0" algn="l" rtl="0">
              <a:spcBef>
                <a:spcPts val="0"/>
              </a:spcBef>
              <a:spcAft>
                <a:spcPts val="0"/>
              </a:spcAft>
              <a:buClr>
                <a:schemeClr val="lt1"/>
              </a:buClr>
              <a:buSzPts val="1100"/>
              <a:buNone/>
            </a:pPr>
            <a:r>
              <a:rPr lang="en" sz="1700"/>
              <a:t>INSIGHTS FROM VISUALS</a:t>
            </a:r>
            <a:endParaRPr sz="1700"/>
          </a:p>
        </p:txBody>
      </p:sp>
      <p:sp>
        <p:nvSpPr>
          <p:cNvPr id="451" name="Google Shape;451;p49"/>
          <p:cNvSpPr txBox="1">
            <a:spLocks noGrp="1"/>
          </p:cNvSpPr>
          <p:nvPr>
            <p:ph type="title" idx="8"/>
          </p:nvPr>
        </p:nvSpPr>
        <p:spPr>
          <a:xfrm>
            <a:off x="1647933" y="3119211"/>
            <a:ext cx="3590400" cy="368100"/>
          </a:xfrm>
          <a:prstGeom prst="rect">
            <a:avLst/>
          </a:prstGeom>
        </p:spPr>
        <p:txBody>
          <a:bodyPr spcFirstLastPara="1" wrap="square" lIns="0" tIns="0" rIns="0" bIns="0" anchor="ctr" anchorCtr="0">
            <a:noAutofit/>
          </a:bodyPr>
          <a:lstStyle/>
          <a:p>
            <a:pPr marL="0" lvl="0" indent="0" algn="l" rtl="0">
              <a:spcBef>
                <a:spcPts val="0"/>
              </a:spcBef>
              <a:spcAft>
                <a:spcPts val="0"/>
              </a:spcAft>
              <a:buClr>
                <a:schemeClr val="lt1"/>
              </a:buClr>
              <a:buSzPts val="1100"/>
              <a:buNone/>
            </a:pPr>
            <a:r>
              <a:rPr lang="en" sz="1700"/>
              <a:t>STRATEGIC RECOMMENDATION</a:t>
            </a:r>
            <a:endParaRPr sz="1700"/>
          </a:p>
        </p:txBody>
      </p:sp>
      <p:sp>
        <p:nvSpPr>
          <p:cNvPr id="452" name="Google Shape;452;p49"/>
          <p:cNvSpPr txBox="1">
            <a:spLocks noGrp="1"/>
          </p:cNvSpPr>
          <p:nvPr>
            <p:ph type="title" idx="9"/>
          </p:nvPr>
        </p:nvSpPr>
        <p:spPr>
          <a:xfrm>
            <a:off x="1658803" y="3563087"/>
            <a:ext cx="3590400" cy="368100"/>
          </a:xfrm>
          <a:prstGeom prst="rect">
            <a:avLst/>
          </a:prstGeom>
        </p:spPr>
        <p:txBody>
          <a:bodyPr spcFirstLastPara="1" wrap="square" lIns="0" tIns="0" rIns="0" bIns="0" anchor="ctr" anchorCtr="0">
            <a:noAutofit/>
          </a:bodyPr>
          <a:lstStyle/>
          <a:p>
            <a:pPr marL="0" lvl="0" indent="0" algn="l" rtl="0">
              <a:spcBef>
                <a:spcPts val="0"/>
              </a:spcBef>
              <a:spcAft>
                <a:spcPts val="0"/>
              </a:spcAft>
              <a:buClr>
                <a:schemeClr val="lt1"/>
              </a:buClr>
              <a:buSzPts val="1100"/>
              <a:buNone/>
            </a:pPr>
            <a:r>
              <a:rPr lang="en" sz="1700"/>
              <a:t>DASHBOARD WALKTHROUGH</a:t>
            </a:r>
            <a:endParaRPr sz="1700"/>
          </a:p>
        </p:txBody>
      </p:sp>
      <p:sp>
        <p:nvSpPr>
          <p:cNvPr id="453" name="Google Shape;453;p49"/>
          <p:cNvSpPr txBox="1">
            <a:spLocks noGrp="1"/>
          </p:cNvSpPr>
          <p:nvPr>
            <p:ph type="title" idx="13"/>
          </p:nvPr>
        </p:nvSpPr>
        <p:spPr>
          <a:xfrm>
            <a:off x="1001476" y="3119549"/>
            <a:ext cx="592800" cy="368100"/>
          </a:xfrm>
          <a:prstGeom prst="rect">
            <a:avLst/>
          </a:prstGeom>
        </p:spPr>
        <p:txBody>
          <a:bodyPr spcFirstLastPara="1" wrap="square" lIns="0" tIns="0" rIns="91425" bIns="91425" anchor="t" anchorCtr="0">
            <a:noAutofit/>
          </a:bodyPr>
          <a:lstStyle/>
          <a:p>
            <a:pPr marL="0" lvl="0" indent="0" algn="l" rtl="0">
              <a:spcBef>
                <a:spcPts val="0"/>
              </a:spcBef>
              <a:spcAft>
                <a:spcPts val="0"/>
              </a:spcAft>
              <a:buNone/>
            </a:pPr>
            <a:r>
              <a:rPr lang="en"/>
              <a:t>05</a:t>
            </a:r>
            <a:endParaRPr/>
          </a:p>
        </p:txBody>
      </p:sp>
      <p:sp>
        <p:nvSpPr>
          <p:cNvPr id="454" name="Google Shape;454;p49"/>
          <p:cNvSpPr txBox="1">
            <a:spLocks noGrp="1"/>
          </p:cNvSpPr>
          <p:nvPr>
            <p:ph type="title" idx="14"/>
          </p:nvPr>
        </p:nvSpPr>
        <p:spPr>
          <a:xfrm>
            <a:off x="1001476" y="2676018"/>
            <a:ext cx="592800" cy="368100"/>
          </a:xfrm>
          <a:prstGeom prst="rect">
            <a:avLst/>
          </a:prstGeom>
        </p:spPr>
        <p:txBody>
          <a:bodyPr spcFirstLastPara="1" wrap="square" lIns="0" tIns="0" rIns="91425" bIns="91425" anchor="t" anchorCtr="0">
            <a:noAutofit/>
          </a:bodyPr>
          <a:lstStyle/>
          <a:p>
            <a:pPr marL="0" lvl="0" indent="0" algn="l" rtl="0">
              <a:spcBef>
                <a:spcPts val="0"/>
              </a:spcBef>
              <a:spcAft>
                <a:spcPts val="0"/>
              </a:spcAft>
              <a:buNone/>
            </a:pPr>
            <a:r>
              <a:rPr lang="en"/>
              <a:t>04</a:t>
            </a:r>
            <a:endParaRPr/>
          </a:p>
        </p:txBody>
      </p:sp>
      <p:sp>
        <p:nvSpPr>
          <p:cNvPr id="455" name="Google Shape;455;p49"/>
          <p:cNvSpPr txBox="1">
            <a:spLocks noGrp="1"/>
          </p:cNvSpPr>
          <p:nvPr>
            <p:ph type="title" idx="15"/>
          </p:nvPr>
        </p:nvSpPr>
        <p:spPr>
          <a:xfrm>
            <a:off x="1001476" y="2232487"/>
            <a:ext cx="592800" cy="368100"/>
          </a:xfrm>
          <a:prstGeom prst="rect">
            <a:avLst/>
          </a:prstGeom>
        </p:spPr>
        <p:txBody>
          <a:bodyPr spcFirstLastPara="1" wrap="square" lIns="0" tIns="0" rIns="91425" bIns="91425" anchor="t" anchorCtr="0">
            <a:noAutofit/>
          </a:bodyPr>
          <a:lstStyle/>
          <a:p>
            <a:pPr marL="0" lvl="0" indent="0" algn="l" rtl="0">
              <a:spcBef>
                <a:spcPts val="0"/>
              </a:spcBef>
              <a:spcAft>
                <a:spcPts val="0"/>
              </a:spcAft>
              <a:buNone/>
            </a:pPr>
            <a:r>
              <a:rPr lang="en"/>
              <a:t>03</a:t>
            </a:r>
            <a:endParaRPr/>
          </a:p>
        </p:txBody>
      </p:sp>
      <p:sp>
        <p:nvSpPr>
          <p:cNvPr id="456" name="Google Shape;456;p49"/>
          <p:cNvSpPr txBox="1">
            <a:spLocks noGrp="1"/>
          </p:cNvSpPr>
          <p:nvPr>
            <p:ph type="title" idx="16"/>
          </p:nvPr>
        </p:nvSpPr>
        <p:spPr>
          <a:xfrm>
            <a:off x="1001476" y="1788956"/>
            <a:ext cx="592800" cy="368100"/>
          </a:xfrm>
          <a:prstGeom prst="rect">
            <a:avLst/>
          </a:prstGeom>
        </p:spPr>
        <p:txBody>
          <a:bodyPr spcFirstLastPara="1" wrap="square" lIns="0" tIns="0" rIns="91425" bIns="91425" anchor="t" anchorCtr="0">
            <a:noAutofit/>
          </a:bodyPr>
          <a:lstStyle/>
          <a:p>
            <a:pPr marL="0" lvl="0" indent="0" algn="l" rtl="0">
              <a:spcBef>
                <a:spcPts val="0"/>
              </a:spcBef>
              <a:spcAft>
                <a:spcPts val="0"/>
              </a:spcAft>
              <a:buNone/>
            </a:pPr>
            <a:r>
              <a:rPr lang="en"/>
              <a:t>02</a:t>
            </a:r>
            <a:endParaRPr/>
          </a:p>
        </p:txBody>
      </p:sp>
      <p:sp>
        <p:nvSpPr>
          <p:cNvPr id="457" name="Google Shape;457;p49"/>
          <p:cNvSpPr txBox="1">
            <a:spLocks noGrp="1"/>
          </p:cNvSpPr>
          <p:nvPr>
            <p:ph type="title" idx="17"/>
          </p:nvPr>
        </p:nvSpPr>
        <p:spPr>
          <a:xfrm>
            <a:off x="1001476" y="1345424"/>
            <a:ext cx="592800" cy="368100"/>
          </a:xfrm>
          <a:prstGeom prst="rect">
            <a:avLst/>
          </a:prstGeom>
        </p:spPr>
        <p:txBody>
          <a:bodyPr spcFirstLastPara="1" wrap="square" lIns="0" tIns="0" rIns="91425" bIns="91425" anchor="t" anchorCtr="0">
            <a:noAutofit/>
          </a:bodyPr>
          <a:lstStyle/>
          <a:p>
            <a:pPr marL="0" lvl="0" indent="0" algn="l" rtl="0">
              <a:spcBef>
                <a:spcPts val="0"/>
              </a:spcBef>
              <a:spcAft>
                <a:spcPts val="0"/>
              </a:spcAft>
              <a:buNone/>
            </a:pPr>
            <a:r>
              <a:rPr lang="en"/>
              <a:t>01</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01">
          <a:extLst>
            <a:ext uri="{FF2B5EF4-FFF2-40B4-BE49-F238E27FC236}">
              <a16:creationId xmlns:a16="http://schemas.microsoft.com/office/drawing/2014/main" id="{159C605C-E2CB-1BE4-9EEC-95CDE550D478}"/>
            </a:ext>
          </a:extLst>
        </p:cNvPr>
        <p:cNvGrpSpPr/>
        <p:nvPr/>
      </p:nvGrpSpPr>
      <p:grpSpPr>
        <a:xfrm>
          <a:off x="0" y="0"/>
          <a:ext cx="0" cy="0"/>
          <a:chOff x="0" y="0"/>
          <a:chExt cx="0" cy="0"/>
        </a:xfrm>
      </p:grpSpPr>
      <p:sp>
        <p:nvSpPr>
          <p:cNvPr id="6" name="Subtitle 4">
            <a:extLst>
              <a:ext uri="{FF2B5EF4-FFF2-40B4-BE49-F238E27FC236}">
                <a16:creationId xmlns:a16="http://schemas.microsoft.com/office/drawing/2014/main" id="{A4645EE2-5A8E-837F-CFCC-2E9AEE95AED7}"/>
              </a:ext>
            </a:extLst>
          </p:cNvPr>
          <p:cNvSpPr txBox="1">
            <a:spLocks/>
          </p:cNvSpPr>
          <p:nvPr/>
        </p:nvSpPr>
        <p:spPr>
          <a:xfrm>
            <a:off x="271980" y="843049"/>
            <a:ext cx="2525008" cy="861774"/>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Jost"/>
              <a:buNone/>
              <a:defRPr sz="2400" b="0" i="0" u="none" strike="noStrike" cap="none">
                <a:solidFill>
                  <a:schemeClr val="dk1"/>
                </a:solidFill>
                <a:latin typeface="Jost"/>
                <a:ea typeface="Jost"/>
                <a:cs typeface="Jost"/>
                <a:sym typeface="Jost"/>
              </a:defRPr>
            </a:lvl1pPr>
            <a:lvl2pPr marL="914400" marR="0" lvl="1" indent="-304800" algn="l" rtl="0">
              <a:lnSpc>
                <a:spcPct val="100000"/>
              </a:lnSpc>
              <a:spcBef>
                <a:spcPts val="0"/>
              </a:spcBef>
              <a:spcAft>
                <a:spcPts val="0"/>
              </a:spcAft>
              <a:buClr>
                <a:schemeClr val="dk1"/>
              </a:buClr>
              <a:buSzPts val="1200"/>
              <a:buFont typeface="Jost"/>
              <a:buNone/>
              <a:defRPr sz="2400" b="0" i="0" u="none" strike="noStrike" cap="none">
                <a:solidFill>
                  <a:schemeClr val="dk1"/>
                </a:solidFill>
                <a:latin typeface="Jost"/>
                <a:ea typeface="Jost"/>
                <a:cs typeface="Jost"/>
                <a:sym typeface="Jost"/>
              </a:defRPr>
            </a:lvl2pPr>
            <a:lvl3pPr marL="1371600" marR="0" lvl="2" indent="-304800" algn="l" rtl="0">
              <a:lnSpc>
                <a:spcPct val="100000"/>
              </a:lnSpc>
              <a:spcBef>
                <a:spcPts val="0"/>
              </a:spcBef>
              <a:spcAft>
                <a:spcPts val="0"/>
              </a:spcAft>
              <a:buClr>
                <a:schemeClr val="dk1"/>
              </a:buClr>
              <a:buSzPts val="1200"/>
              <a:buFont typeface="Jost"/>
              <a:buNone/>
              <a:defRPr sz="2400" b="0" i="0" u="none" strike="noStrike" cap="none">
                <a:solidFill>
                  <a:schemeClr val="dk1"/>
                </a:solidFill>
                <a:latin typeface="Jost"/>
                <a:ea typeface="Jost"/>
                <a:cs typeface="Jost"/>
                <a:sym typeface="Jost"/>
              </a:defRPr>
            </a:lvl3pPr>
            <a:lvl4pPr marL="1828800" marR="0" lvl="3" indent="-304800" algn="l" rtl="0">
              <a:lnSpc>
                <a:spcPct val="100000"/>
              </a:lnSpc>
              <a:spcBef>
                <a:spcPts val="0"/>
              </a:spcBef>
              <a:spcAft>
                <a:spcPts val="0"/>
              </a:spcAft>
              <a:buClr>
                <a:schemeClr val="dk1"/>
              </a:buClr>
              <a:buSzPts val="1200"/>
              <a:buFont typeface="Jost"/>
              <a:buNone/>
              <a:defRPr sz="2400" b="0" i="0" u="none" strike="noStrike" cap="none">
                <a:solidFill>
                  <a:schemeClr val="dk1"/>
                </a:solidFill>
                <a:latin typeface="Jost"/>
                <a:ea typeface="Jost"/>
                <a:cs typeface="Jost"/>
                <a:sym typeface="Jost"/>
              </a:defRPr>
            </a:lvl4pPr>
            <a:lvl5pPr marL="2286000" marR="0" lvl="4" indent="-304800" algn="l" rtl="0">
              <a:lnSpc>
                <a:spcPct val="100000"/>
              </a:lnSpc>
              <a:spcBef>
                <a:spcPts val="0"/>
              </a:spcBef>
              <a:spcAft>
                <a:spcPts val="0"/>
              </a:spcAft>
              <a:buClr>
                <a:schemeClr val="dk1"/>
              </a:buClr>
              <a:buSzPts val="1200"/>
              <a:buFont typeface="Jost"/>
              <a:buNone/>
              <a:defRPr sz="2400" b="0" i="0" u="none" strike="noStrike" cap="none">
                <a:solidFill>
                  <a:schemeClr val="dk1"/>
                </a:solidFill>
                <a:latin typeface="Jost"/>
                <a:ea typeface="Jost"/>
                <a:cs typeface="Jost"/>
                <a:sym typeface="Jost"/>
              </a:defRPr>
            </a:lvl5pPr>
            <a:lvl6pPr marL="2743200" marR="0" lvl="5" indent="-304800" algn="l" rtl="0">
              <a:lnSpc>
                <a:spcPct val="100000"/>
              </a:lnSpc>
              <a:spcBef>
                <a:spcPts val="0"/>
              </a:spcBef>
              <a:spcAft>
                <a:spcPts val="0"/>
              </a:spcAft>
              <a:buClr>
                <a:schemeClr val="dk1"/>
              </a:buClr>
              <a:buSzPts val="1200"/>
              <a:buFont typeface="Jost"/>
              <a:buNone/>
              <a:defRPr sz="2400" b="0" i="0" u="none" strike="noStrike" cap="none">
                <a:solidFill>
                  <a:schemeClr val="dk1"/>
                </a:solidFill>
                <a:latin typeface="Jost"/>
                <a:ea typeface="Jost"/>
                <a:cs typeface="Jost"/>
                <a:sym typeface="Jost"/>
              </a:defRPr>
            </a:lvl6pPr>
            <a:lvl7pPr marL="3200400" marR="0" lvl="6" indent="-304800" algn="l" rtl="0">
              <a:lnSpc>
                <a:spcPct val="100000"/>
              </a:lnSpc>
              <a:spcBef>
                <a:spcPts val="0"/>
              </a:spcBef>
              <a:spcAft>
                <a:spcPts val="0"/>
              </a:spcAft>
              <a:buClr>
                <a:schemeClr val="dk1"/>
              </a:buClr>
              <a:buSzPts val="1200"/>
              <a:buFont typeface="Jost"/>
              <a:buNone/>
              <a:defRPr sz="2400" b="0" i="0" u="none" strike="noStrike" cap="none">
                <a:solidFill>
                  <a:schemeClr val="dk1"/>
                </a:solidFill>
                <a:latin typeface="Jost"/>
                <a:ea typeface="Jost"/>
                <a:cs typeface="Jost"/>
                <a:sym typeface="Jost"/>
              </a:defRPr>
            </a:lvl7pPr>
            <a:lvl8pPr marL="3657600" marR="0" lvl="7" indent="-304800" algn="l" rtl="0">
              <a:lnSpc>
                <a:spcPct val="100000"/>
              </a:lnSpc>
              <a:spcBef>
                <a:spcPts val="0"/>
              </a:spcBef>
              <a:spcAft>
                <a:spcPts val="0"/>
              </a:spcAft>
              <a:buClr>
                <a:schemeClr val="dk1"/>
              </a:buClr>
              <a:buSzPts val="1200"/>
              <a:buFont typeface="Jost"/>
              <a:buNone/>
              <a:defRPr sz="2400" b="0" i="0" u="none" strike="noStrike" cap="none">
                <a:solidFill>
                  <a:schemeClr val="dk1"/>
                </a:solidFill>
                <a:latin typeface="Jost"/>
                <a:ea typeface="Jost"/>
                <a:cs typeface="Jost"/>
                <a:sym typeface="Jost"/>
              </a:defRPr>
            </a:lvl8pPr>
            <a:lvl9pPr marL="4114800" marR="0" lvl="8" indent="-304800" algn="l" rtl="0">
              <a:lnSpc>
                <a:spcPct val="100000"/>
              </a:lnSpc>
              <a:spcBef>
                <a:spcPts val="0"/>
              </a:spcBef>
              <a:spcAft>
                <a:spcPts val="0"/>
              </a:spcAft>
              <a:buClr>
                <a:schemeClr val="dk1"/>
              </a:buClr>
              <a:buSzPts val="1200"/>
              <a:buFont typeface="Jost"/>
              <a:buNone/>
              <a:defRPr sz="2400" b="0" i="0" u="none" strike="noStrike" cap="none">
                <a:solidFill>
                  <a:schemeClr val="dk1"/>
                </a:solidFill>
                <a:latin typeface="Jost"/>
                <a:ea typeface="Jost"/>
                <a:cs typeface="Jost"/>
                <a:sym typeface="Jost"/>
              </a:defRPr>
            </a:lvl9pPr>
          </a:lstStyle>
          <a:p>
            <a:pPr marL="0" lvl="0" indent="0" algn="ctr">
              <a:buClr>
                <a:schemeClr val="lt1"/>
              </a:buClr>
              <a:buSzPts val="1100"/>
            </a:pPr>
            <a:r>
              <a:rPr lang="en-US" sz="2800" dirty="0"/>
              <a:t>ANALYTICAL OBSERVATION</a:t>
            </a:r>
          </a:p>
        </p:txBody>
      </p:sp>
      <p:sp>
        <p:nvSpPr>
          <p:cNvPr id="7" name="Google Shape;487;p52">
            <a:extLst>
              <a:ext uri="{FF2B5EF4-FFF2-40B4-BE49-F238E27FC236}">
                <a16:creationId xmlns:a16="http://schemas.microsoft.com/office/drawing/2014/main" id="{ED523D09-D9CA-1B15-2E02-BF805149EC89}"/>
              </a:ext>
            </a:extLst>
          </p:cNvPr>
          <p:cNvSpPr txBox="1">
            <a:spLocks/>
          </p:cNvSpPr>
          <p:nvPr/>
        </p:nvSpPr>
        <p:spPr>
          <a:xfrm>
            <a:off x="3055173" y="639526"/>
            <a:ext cx="5970494" cy="1924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Jost"/>
              <a:buChar char="●"/>
              <a:defRPr sz="1200" b="0" i="0" u="none" strike="noStrike" cap="none">
                <a:solidFill>
                  <a:schemeClr val="dk1"/>
                </a:solidFill>
                <a:latin typeface="Jost"/>
                <a:ea typeface="Jost"/>
                <a:cs typeface="Jost"/>
                <a:sym typeface="Jost"/>
              </a:defRPr>
            </a:lvl1pPr>
            <a:lvl2pPr marL="914400" marR="0" lvl="1" indent="-304800" algn="l" rtl="0">
              <a:lnSpc>
                <a:spcPct val="100000"/>
              </a:lnSpc>
              <a:spcBef>
                <a:spcPts val="0"/>
              </a:spcBef>
              <a:spcAft>
                <a:spcPts val="0"/>
              </a:spcAft>
              <a:buClr>
                <a:schemeClr val="dk1"/>
              </a:buClr>
              <a:buSzPts val="1200"/>
              <a:buFont typeface="Jost"/>
              <a:buChar char="○"/>
              <a:defRPr sz="1200" b="0" i="0" u="none" strike="noStrike" cap="none">
                <a:solidFill>
                  <a:schemeClr val="dk1"/>
                </a:solidFill>
                <a:latin typeface="Jost"/>
                <a:ea typeface="Jost"/>
                <a:cs typeface="Jost"/>
                <a:sym typeface="Jost"/>
              </a:defRPr>
            </a:lvl2pPr>
            <a:lvl3pPr marL="1371600" marR="0" lvl="2" indent="-304800" algn="l" rtl="0">
              <a:lnSpc>
                <a:spcPct val="100000"/>
              </a:lnSpc>
              <a:spcBef>
                <a:spcPts val="0"/>
              </a:spcBef>
              <a:spcAft>
                <a:spcPts val="0"/>
              </a:spcAft>
              <a:buClr>
                <a:schemeClr val="dk1"/>
              </a:buClr>
              <a:buSzPts val="1200"/>
              <a:buFont typeface="Jost"/>
              <a:buChar char="■"/>
              <a:defRPr sz="1200" b="0" i="0" u="none" strike="noStrike" cap="none">
                <a:solidFill>
                  <a:schemeClr val="dk1"/>
                </a:solidFill>
                <a:latin typeface="Jost"/>
                <a:ea typeface="Jost"/>
                <a:cs typeface="Jost"/>
                <a:sym typeface="Jost"/>
              </a:defRPr>
            </a:lvl3pPr>
            <a:lvl4pPr marL="1828800" marR="0" lvl="3" indent="-304800" algn="l" rtl="0">
              <a:lnSpc>
                <a:spcPct val="100000"/>
              </a:lnSpc>
              <a:spcBef>
                <a:spcPts val="0"/>
              </a:spcBef>
              <a:spcAft>
                <a:spcPts val="0"/>
              </a:spcAft>
              <a:buClr>
                <a:schemeClr val="dk1"/>
              </a:buClr>
              <a:buSzPts val="1200"/>
              <a:buFont typeface="Jost"/>
              <a:buChar char="●"/>
              <a:defRPr sz="1200" b="0" i="0" u="none" strike="noStrike" cap="none">
                <a:solidFill>
                  <a:schemeClr val="dk1"/>
                </a:solidFill>
                <a:latin typeface="Jost"/>
                <a:ea typeface="Jost"/>
                <a:cs typeface="Jost"/>
                <a:sym typeface="Jost"/>
              </a:defRPr>
            </a:lvl4pPr>
            <a:lvl5pPr marL="2286000" marR="0" lvl="4" indent="-304800" algn="l" rtl="0">
              <a:lnSpc>
                <a:spcPct val="100000"/>
              </a:lnSpc>
              <a:spcBef>
                <a:spcPts val="0"/>
              </a:spcBef>
              <a:spcAft>
                <a:spcPts val="0"/>
              </a:spcAft>
              <a:buClr>
                <a:schemeClr val="dk1"/>
              </a:buClr>
              <a:buSzPts val="1200"/>
              <a:buFont typeface="Jost"/>
              <a:buChar char="○"/>
              <a:defRPr sz="1200" b="0" i="0" u="none" strike="noStrike" cap="none">
                <a:solidFill>
                  <a:schemeClr val="dk1"/>
                </a:solidFill>
                <a:latin typeface="Jost"/>
                <a:ea typeface="Jost"/>
                <a:cs typeface="Jost"/>
                <a:sym typeface="Jost"/>
              </a:defRPr>
            </a:lvl5pPr>
            <a:lvl6pPr marL="2743200" marR="0" lvl="5" indent="-304800" algn="l" rtl="0">
              <a:lnSpc>
                <a:spcPct val="100000"/>
              </a:lnSpc>
              <a:spcBef>
                <a:spcPts val="0"/>
              </a:spcBef>
              <a:spcAft>
                <a:spcPts val="0"/>
              </a:spcAft>
              <a:buClr>
                <a:schemeClr val="dk1"/>
              </a:buClr>
              <a:buSzPts val="1200"/>
              <a:buFont typeface="Jost"/>
              <a:buChar char="■"/>
              <a:defRPr sz="1200" b="0" i="0" u="none" strike="noStrike" cap="none">
                <a:solidFill>
                  <a:schemeClr val="dk1"/>
                </a:solidFill>
                <a:latin typeface="Jost"/>
                <a:ea typeface="Jost"/>
                <a:cs typeface="Jost"/>
                <a:sym typeface="Jost"/>
              </a:defRPr>
            </a:lvl6pPr>
            <a:lvl7pPr marL="3200400" marR="0" lvl="6" indent="-304800" algn="l" rtl="0">
              <a:lnSpc>
                <a:spcPct val="100000"/>
              </a:lnSpc>
              <a:spcBef>
                <a:spcPts val="0"/>
              </a:spcBef>
              <a:spcAft>
                <a:spcPts val="0"/>
              </a:spcAft>
              <a:buClr>
                <a:schemeClr val="dk1"/>
              </a:buClr>
              <a:buSzPts val="1200"/>
              <a:buFont typeface="Jost"/>
              <a:buChar char="●"/>
              <a:defRPr sz="1200" b="0" i="0" u="none" strike="noStrike" cap="none">
                <a:solidFill>
                  <a:schemeClr val="dk1"/>
                </a:solidFill>
                <a:latin typeface="Jost"/>
                <a:ea typeface="Jost"/>
                <a:cs typeface="Jost"/>
                <a:sym typeface="Jost"/>
              </a:defRPr>
            </a:lvl7pPr>
            <a:lvl8pPr marL="3657600" marR="0" lvl="7" indent="-304800" algn="l" rtl="0">
              <a:lnSpc>
                <a:spcPct val="100000"/>
              </a:lnSpc>
              <a:spcBef>
                <a:spcPts val="0"/>
              </a:spcBef>
              <a:spcAft>
                <a:spcPts val="0"/>
              </a:spcAft>
              <a:buClr>
                <a:schemeClr val="dk1"/>
              </a:buClr>
              <a:buSzPts val="1200"/>
              <a:buFont typeface="Jost"/>
              <a:buChar char="○"/>
              <a:defRPr sz="1200" b="0" i="0" u="none" strike="noStrike" cap="none">
                <a:solidFill>
                  <a:schemeClr val="dk1"/>
                </a:solidFill>
                <a:latin typeface="Jost"/>
                <a:ea typeface="Jost"/>
                <a:cs typeface="Jost"/>
                <a:sym typeface="Jost"/>
              </a:defRPr>
            </a:lvl8pPr>
            <a:lvl9pPr marL="4114800" marR="0" lvl="8" indent="-304800" algn="l" rtl="0">
              <a:lnSpc>
                <a:spcPct val="100000"/>
              </a:lnSpc>
              <a:spcBef>
                <a:spcPts val="0"/>
              </a:spcBef>
              <a:spcAft>
                <a:spcPts val="0"/>
              </a:spcAft>
              <a:buClr>
                <a:schemeClr val="dk1"/>
              </a:buClr>
              <a:buSzPts val="1200"/>
              <a:buFont typeface="Jost"/>
              <a:buChar char="■"/>
              <a:defRPr sz="1200" b="0" i="0" u="none" strike="noStrike" cap="none">
                <a:solidFill>
                  <a:schemeClr val="dk1"/>
                </a:solidFill>
                <a:latin typeface="Jost"/>
                <a:ea typeface="Jost"/>
                <a:cs typeface="Jost"/>
                <a:sym typeface="Jost"/>
              </a:defRPr>
            </a:lvl9pPr>
          </a:lstStyle>
          <a:p>
            <a:pPr>
              <a:lnSpc>
                <a:spcPct val="150000"/>
              </a:lnSpc>
            </a:pPr>
            <a:r>
              <a:rPr lang="en-US" sz="1300" dirty="0">
                <a:solidFill>
                  <a:schemeClr val="tx1"/>
                </a:solidFill>
              </a:rPr>
              <a:t>Dataset sourced from </a:t>
            </a:r>
            <a:r>
              <a:rPr lang="en-US" sz="1300" b="1" dirty="0">
                <a:solidFill>
                  <a:schemeClr val="tx1"/>
                </a:solidFill>
              </a:rPr>
              <a:t>Google Analytics</a:t>
            </a:r>
            <a:r>
              <a:rPr lang="en-US" sz="1300" dirty="0">
                <a:solidFill>
                  <a:schemeClr val="tx1"/>
                </a:solidFill>
              </a:rPr>
              <a:t> covering acquisition, engagement &amp; audience behavior.</a:t>
            </a:r>
          </a:p>
          <a:p>
            <a:pPr>
              <a:lnSpc>
                <a:spcPct val="150000"/>
              </a:lnSpc>
            </a:pPr>
            <a:r>
              <a:rPr lang="en-US" sz="1400" b="1" dirty="0">
                <a:solidFill>
                  <a:srgbClr val="FF7B21"/>
                </a:solidFill>
              </a:rPr>
              <a:t>User &amp; Traffic Acquisition </a:t>
            </a:r>
            <a:r>
              <a:rPr lang="en-US" sz="1300" dirty="0">
                <a:solidFill>
                  <a:schemeClr val="tx1"/>
                </a:solidFill>
              </a:rPr>
              <a:t>tables reveal key channels driving website visits.</a:t>
            </a:r>
          </a:p>
          <a:p>
            <a:pPr>
              <a:lnSpc>
                <a:spcPct val="150000"/>
              </a:lnSpc>
            </a:pPr>
            <a:r>
              <a:rPr lang="en-US" sz="1400" b="1" dirty="0">
                <a:solidFill>
                  <a:srgbClr val="FF7B21"/>
                </a:solidFill>
              </a:rPr>
              <a:t>Landing Page data </a:t>
            </a:r>
            <a:r>
              <a:rPr lang="en-US" sz="1300" dirty="0">
                <a:solidFill>
                  <a:schemeClr val="tx1"/>
                </a:solidFill>
              </a:rPr>
              <a:t>highlights pages generating the highest first-time user entry.</a:t>
            </a:r>
          </a:p>
          <a:p>
            <a:pPr>
              <a:lnSpc>
                <a:spcPct val="150000"/>
              </a:lnSpc>
            </a:pPr>
            <a:r>
              <a:rPr lang="en-US" sz="1400" b="1" dirty="0">
                <a:solidFill>
                  <a:srgbClr val="FF7B21"/>
                </a:solidFill>
              </a:rPr>
              <a:t>Events dataset </a:t>
            </a:r>
            <a:r>
              <a:rPr lang="en-US" sz="1300" dirty="0">
                <a:solidFill>
                  <a:schemeClr val="tx1"/>
                </a:solidFill>
              </a:rPr>
              <a:t>tracks user interactions and engagement patterns.</a:t>
            </a:r>
          </a:p>
          <a:p>
            <a:pPr>
              <a:lnSpc>
                <a:spcPct val="150000"/>
              </a:lnSpc>
            </a:pPr>
            <a:r>
              <a:rPr lang="en-US" sz="1400" b="1" dirty="0">
                <a:solidFill>
                  <a:srgbClr val="FF7B21"/>
                </a:solidFill>
              </a:rPr>
              <a:t>Retention data </a:t>
            </a:r>
            <a:r>
              <a:rPr lang="en-US" sz="1300" dirty="0">
                <a:solidFill>
                  <a:schemeClr val="tx1"/>
                </a:solidFill>
              </a:rPr>
              <a:t>shows how effectively the website retains returning users &amp; attracts new users.</a:t>
            </a:r>
          </a:p>
          <a:p>
            <a:pPr>
              <a:lnSpc>
                <a:spcPct val="150000"/>
              </a:lnSpc>
            </a:pPr>
            <a:r>
              <a:rPr lang="en-US" sz="1400" b="1" dirty="0">
                <a:solidFill>
                  <a:srgbClr val="FF7B21"/>
                </a:solidFill>
              </a:rPr>
              <a:t>Audience &amp; Demographics </a:t>
            </a:r>
            <a:r>
              <a:rPr lang="en-US" sz="1300" dirty="0">
                <a:solidFill>
                  <a:schemeClr val="tx1"/>
                </a:solidFill>
              </a:rPr>
              <a:t>identify user segments by country, age, gender &amp; interests.</a:t>
            </a:r>
          </a:p>
        </p:txBody>
      </p:sp>
    </p:spTree>
    <p:extLst>
      <p:ext uri="{BB962C8B-B14F-4D97-AF65-F5344CB8AC3E}">
        <p14:creationId xmlns:p14="http://schemas.microsoft.com/office/powerpoint/2010/main" val="38246928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22">
          <a:extLst>
            <a:ext uri="{FF2B5EF4-FFF2-40B4-BE49-F238E27FC236}">
              <a16:creationId xmlns:a16="http://schemas.microsoft.com/office/drawing/2014/main" id="{89CA739F-5EB4-7AA5-141C-0605D8048ADF}"/>
            </a:ext>
          </a:extLst>
        </p:cNvPr>
        <p:cNvGrpSpPr/>
        <p:nvPr/>
      </p:nvGrpSpPr>
      <p:grpSpPr>
        <a:xfrm>
          <a:off x="0" y="0"/>
          <a:ext cx="0" cy="0"/>
          <a:chOff x="0" y="0"/>
          <a:chExt cx="0" cy="0"/>
        </a:xfrm>
      </p:grpSpPr>
      <p:sp>
        <p:nvSpPr>
          <p:cNvPr id="6" name="Google Shape;462;p50">
            <a:extLst>
              <a:ext uri="{FF2B5EF4-FFF2-40B4-BE49-F238E27FC236}">
                <a16:creationId xmlns:a16="http://schemas.microsoft.com/office/drawing/2014/main" id="{BD1A1F45-2EBE-2932-D251-0DD29AD8C007}"/>
              </a:ext>
            </a:extLst>
          </p:cNvPr>
          <p:cNvSpPr txBox="1">
            <a:spLocks/>
          </p:cNvSpPr>
          <p:nvPr/>
        </p:nvSpPr>
        <p:spPr>
          <a:xfrm>
            <a:off x="481847" y="1061010"/>
            <a:ext cx="3649090" cy="126510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700" b="0" i="0" u="none" strike="noStrike" cap="none">
                <a:solidFill>
                  <a:schemeClr val="dk1"/>
                </a:solidFill>
                <a:latin typeface="Figtree"/>
                <a:ea typeface="Figtree"/>
                <a:cs typeface="Figtree"/>
                <a:sym typeface="Figtree"/>
              </a:defRPr>
            </a:lvl1pPr>
            <a:lvl2pPr marR="0" lvl="1" algn="l"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2pPr>
            <a:lvl3pPr marR="0" lvl="2" algn="l"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3pPr>
            <a:lvl4pPr marR="0" lvl="3" algn="l"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4pPr>
            <a:lvl5pPr marR="0" lvl="4" algn="l"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5pPr>
            <a:lvl6pPr marR="0" lvl="5" algn="l"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6pPr>
            <a:lvl7pPr marR="0" lvl="6" algn="l"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7pPr>
            <a:lvl8pPr marR="0" lvl="7" algn="l"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8pPr>
            <a:lvl9pPr marR="0" lvl="8" algn="l"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9pPr>
          </a:lstStyle>
          <a:p>
            <a:pPr algn="ctr"/>
            <a:r>
              <a:rPr lang="en-US" sz="2800" dirty="0"/>
              <a:t>DATA PREPARATION</a:t>
            </a:r>
          </a:p>
        </p:txBody>
      </p:sp>
      <p:sp>
        <p:nvSpPr>
          <p:cNvPr id="7" name="Google Shape;487;p52">
            <a:extLst>
              <a:ext uri="{FF2B5EF4-FFF2-40B4-BE49-F238E27FC236}">
                <a16:creationId xmlns:a16="http://schemas.microsoft.com/office/drawing/2014/main" id="{1D9AD456-FDAE-CC96-B23C-D193A7ECFD50}"/>
              </a:ext>
            </a:extLst>
          </p:cNvPr>
          <p:cNvSpPr txBox="1">
            <a:spLocks/>
          </p:cNvSpPr>
          <p:nvPr/>
        </p:nvSpPr>
        <p:spPr>
          <a:xfrm>
            <a:off x="4518213" y="1061010"/>
            <a:ext cx="4625787" cy="1924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Jost"/>
              <a:buChar char="●"/>
              <a:defRPr sz="1200" b="0" i="0" u="none" strike="noStrike" cap="none">
                <a:solidFill>
                  <a:schemeClr val="dk1"/>
                </a:solidFill>
                <a:latin typeface="Jost"/>
                <a:ea typeface="Jost"/>
                <a:cs typeface="Jost"/>
                <a:sym typeface="Jost"/>
              </a:defRPr>
            </a:lvl1pPr>
            <a:lvl2pPr marL="914400" marR="0" lvl="1" indent="-304800" algn="l" rtl="0">
              <a:lnSpc>
                <a:spcPct val="100000"/>
              </a:lnSpc>
              <a:spcBef>
                <a:spcPts val="0"/>
              </a:spcBef>
              <a:spcAft>
                <a:spcPts val="0"/>
              </a:spcAft>
              <a:buClr>
                <a:schemeClr val="dk1"/>
              </a:buClr>
              <a:buSzPts val="1200"/>
              <a:buFont typeface="Jost"/>
              <a:buChar char="○"/>
              <a:defRPr sz="1200" b="0" i="0" u="none" strike="noStrike" cap="none">
                <a:solidFill>
                  <a:schemeClr val="dk1"/>
                </a:solidFill>
                <a:latin typeface="Jost"/>
                <a:ea typeface="Jost"/>
                <a:cs typeface="Jost"/>
                <a:sym typeface="Jost"/>
              </a:defRPr>
            </a:lvl2pPr>
            <a:lvl3pPr marL="1371600" marR="0" lvl="2" indent="-304800" algn="l" rtl="0">
              <a:lnSpc>
                <a:spcPct val="100000"/>
              </a:lnSpc>
              <a:spcBef>
                <a:spcPts val="0"/>
              </a:spcBef>
              <a:spcAft>
                <a:spcPts val="0"/>
              </a:spcAft>
              <a:buClr>
                <a:schemeClr val="dk1"/>
              </a:buClr>
              <a:buSzPts val="1200"/>
              <a:buFont typeface="Jost"/>
              <a:buChar char="■"/>
              <a:defRPr sz="1200" b="0" i="0" u="none" strike="noStrike" cap="none">
                <a:solidFill>
                  <a:schemeClr val="dk1"/>
                </a:solidFill>
                <a:latin typeface="Jost"/>
                <a:ea typeface="Jost"/>
                <a:cs typeface="Jost"/>
                <a:sym typeface="Jost"/>
              </a:defRPr>
            </a:lvl3pPr>
            <a:lvl4pPr marL="1828800" marR="0" lvl="3" indent="-304800" algn="l" rtl="0">
              <a:lnSpc>
                <a:spcPct val="100000"/>
              </a:lnSpc>
              <a:spcBef>
                <a:spcPts val="0"/>
              </a:spcBef>
              <a:spcAft>
                <a:spcPts val="0"/>
              </a:spcAft>
              <a:buClr>
                <a:schemeClr val="dk1"/>
              </a:buClr>
              <a:buSzPts val="1200"/>
              <a:buFont typeface="Jost"/>
              <a:buChar char="●"/>
              <a:defRPr sz="1200" b="0" i="0" u="none" strike="noStrike" cap="none">
                <a:solidFill>
                  <a:schemeClr val="dk1"/>
                </a:solidFill>
                <a:latin typeface="Jost"/>
                <a:ea typeface="Jost"/>
                <a:cs typeface="Jost"/>
                <a:sym typeface="Jost"/>
              </a:defRPr>
            </a:lvl4pPr>
            <a:lvl5pPr marL="2286000" marR="0" lvl="4" indent="-304800" algn="l" rtl="0">
              <a:lnSpc>
                <a:spcPct val="100000"/>
              </a:lnSpc>
              <a:spcBef>
                <a:spcPts val="0"/>
              </a:spcBef>
              <a:spcAft>
                <a:spcPts val="0"/>
              </a:spcAft>
              <a:buClr>
                <a:schemeClr val="dk1"/>
              </a:buClr>
              <a:buSzPts val="1200"/>
              <a:buFont typeface="Jost"/>
              <a:buChar char="○"/>
              <a:defRPr sz="1200" b="0" i="0" u="none" strike="noStrike" cap="none">
                <a:solidFill>
                  <a:schemeClr val="dk1"/>
                </a:solidFill>
                <a:latin typeface="Jost"/>
                <a:ea typeface="Jost"/>
                <a:cs typeface="Jost"/>
                <a:sym typeface="Jost"/>
              </a:defRPr>
            </a:lvl5pPr>
            <a:lvl6pPr marL="2743200" marR="0" lvl="5" indent="-304800" algn="l" rtl="0">
              <a:lnSpc>
                <a:spcPct val="100000"/>
              </a:lnSpc>
              <a:spcBef>
                <a:spcPts val="0"/>
              </a:spcBef>
              <a:spcAft>
                <a:spcPts val="0"/>
              </a:spcAft>
              <a:buClr>
                <a:schemeClr val="dk1"/>
              </a:buClr>
              <a:buSzPts val="1200"/>
              <a:buFont typeface="Jost"/>
              <a:buChar char="■"/>
              <a:defRPr sz="1200" b="0" i="0" u="none" strike="noStrike" cap="none">
                <a:solidFill>
                  <a:schemeClr val="dk1"/>
                </a:solidFill>
                <a:latin typeface="Jost"/>
                <a:ea typeface="Jost"/>
                <a:cs typeface="Jost"/>
                <a:sym typeface="Jost"/>
              </a:defRPr>
            </a:lvl6pPr>
            <a:lvl7pPr marL="3200400" marR="0" lvl="6" indent="-304800" algn="l" rtl="0">
              <a:lnSpc>
                <a:spcPct val="100000"/>
              </a:lnSpc>
              <a:spcBef>
                <a:spcPts val="0"/>
              </a:spcBef>
              <a:spcAft>
                <a:spcPts val="0"/>
              </a:spcAft>
              <a:buClr>
                <a:schemeClr val="dk1"/>
              </a:buClr>
              <a:buSzPts val="1200"/>
              <a:buFont typeface="Jost"/>
              <a:buChar char="●"/>
              <a:defRPr sz="1200" b="0" i="0" u="none" strike="noStrike" cap="none">
                <a:solidFill>
                  <a:schemeClr val="dk1"/>
                </a:solidFill>
                <a:latin typeface="Jost"/>
                <a:ea typeface="Jost"/>
                <a:cs typeface="Jost"/>
                <a:sym typeface="Jost"/>
              </a:defRPr>
            </a:lvl7pPr>
            <a:lvl8pPr marL="3657600" marR="0" lvl="7" indent="-304800" algn="l" rtl="0">
              <a:lnSpc>
                <a:spcPct val="100000"/>
              </a:lnSpc>
              <a:spcBef>
                <a:spcPts val="0"/>
              </a:spcBef>
              <a:spcAft>
                <a:spcPts val="0"/>
              </a:spcAft>
              <a:buClr>
                <a:schemeClr val="dk1"/>
              </a:buClr>
              <a:buSzPts val="1200"/>
              <a:buFont typeface="Jost"/>
              <a:buChar char="○"/>
              <a:defRPr sz="1200" b="0" i="0" u="none" strike="noStrike" cap="none">
                <a:solidFill>
                  <a:schemeClr val="dk1"/>
                </a:solidFill>
                <a:latin typeface="Jost"/>
                <a:ea typeface="Jost"/>
                <a:cs typeface="Jost"/>
                <a:sym typeface="Jost"/>
              </a:defRPr>
            </a:lvl8pPr>
            <a:lvl9pPr marL="4114800" marR="0" lvl="8" indent="-304800" algn="l" rtl="0">
              <a:lnSpc>
                <a:spcPct val="100000"/>
              </a:lnSpc>
              <a:spcBef>
                <a:spcPts val="0"/>
              </a:spcBef>
              <a:spcAft>
                <a:spcPts val="0"/>
              </a:spcAft>
              <a:buClr>
                <a:schemeClr val="dk1"/>
              </a:buClr>
              <a:buSzPts val="1200"/>
              <a:buFont typeface="Jost"/>
              <a:buChar char="■"/>
              <a:defRPr sz="1200" b="0" i="0" u="none" strike="noStrike" cap="none">
                <a:solidFill>
                  <a:schemeClr val="dk1"/>
                </a:solidFill>
                <a:latin typeface="Jost"/>
                <a:ea typeface="Jost"/>
                <a:cs typeface="Jost"/>
                <a:sym typeface="Jost"/>
              </a:defRPr>
            </a:lvl9pPr>
          </a:lstStyle>
          <a:p>
            <a:pPr>
              <a:lnSpc>
                <a:spcPct val="150000"/>
              </a:lnSpc>
            </a:pPr>
            <a:r>
              <a:rPr lang="en-US" sz="1400" dirty="0"/>
              <a:t>MS Excel: Data was cleaned by removing extra spaces, correcting symbols, and standardizing values to ensure accurate analysis.</a:t>
            </a:r>
          </a:p>
          <a:p>
            <a:pPr>
              <a:lnSpc>
                <a:spcPct val="150000"/>
              </a:lnSpc>
            </a:pPr>
            <a:r>
              <a:rPr lang="en-US" sz="1300" dirty="0">
                <a:solidFill>
                  <a:schemeClr val="tx1"/>
                </a:solidFill>
              </a:rPr>
              <a:t>Changed the dataset to appropriate datatypes</a:t>
            </a:r>
          </a:p>
          <a:p>
            <a:pPr>
              <a:lnSpc>
                <a:spcPct val="150000"/>
              </a:lnSpc>
            </a:pPr>
            <a:r>
              <a:rPr lang="en-US" sz="1300" dirty="0">
                <a:solidFill>
                  <a:schemeClr val="tx1"/>
                </a:solidFill>
              </a:rPr>
              <a:t>Power BI: Created DAX measure for calculating</a:t>
            </a:r>
          </a:p>
          <a:p>
            <a:pPr marL="152400" indent="0">
              <a:lnSpc>
                <a:spcPct val="150000"/>
              </a:lnSpc>
              <a:buNone/>
            </a:pPr>
            <a:r>
              <a:rPr lang="en-US" sz="1300" dirty="0">
                <a:solidFill>
                  <a:schemeClr val="tx1"/>
                </a:solidFill>
              </a:rPr>
              <a:t>            - ROI from Total Revenue &amp; cost spent data</a:t>
            </a:r>
          </a:p>
          <a:p>
            <a:pPr marL="152400" indent="0">
              <a:lnSpc>
                <a:spcPct val="150000"/>
              </a:lnSpc>
              <a:buNone/>
            </a:pPr>
            <a:r>
              <a:rPr lang="en-US" sz="1300" dirty="0">
                <a:solidFill>
                  <a:schemeClr val="tx1"/>
                </a:solidFill>
              </a:rPr>
              <a:t>            - Returning Users by subtracting new users data from          </a:t>
            </a:r>
            <a:r>
              <a:rPr lang="en-US" sz="1300" dirty="0">
                <a:solidFill>
                  <a:schemeClr val="bg1"/>
                </a:solidFill>
              </a:rPr>
              <a:t>…………..</a:t>
            </a:r>
            <a:r>
              <a:rPr lang="en-US" sz="1300" dirty="0">
                <a:solidFill>
                  <a:schemeClr val="tx1"/>
                </a:solidFill>
              </a:rPr>
              <a:t>Total users</a:t>
            </a:r>
          </a:p>
        </p:txBody>
      </p:sp>
    </p:spTree>
    <p:extLst>
      <p:ext uri="{BB962C8B-B14F-4D97-AF65-F5344CB8AC3E}">
        <p14:creationId xmlns:p14="http://schemas.microsoft.com/office/powerpoint/2010/main" val="3345527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50"/>
          <p:cNvSpPr txBox="1">
            <a:spLocks noGrp="1"/>
          </p:cNvSpPr>
          <p:nvPr>
            <p:ph type="title" idx="3"/>
          </p:nvPr>
        </p:nvSpPr>
        <p:spPr>
          <a:xfrm>
            <a:off x="1052001" y="391725"/>
            <a:ext cx="7224600" cy="12651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sz="2800" dirty="0"/>
              <a:t>KEY PERFORMANCE INDICATORS</a:t>
            </a:r>
          </a:p>
        </p:txBody>
      </p:sp>
      <p:pic>
        <p:nvPicPr>
          <p:cNvPr id="463" name="Google Shape;463;p50"/>
          <p:cNvPicPr preferRelativeResize="0"/>
          <p:nvPr/>
        </p:nvPicPr>
        <p:blipFill>
          <a:blip r:embed="rId3">
            <a:alphaModFix/>
          </a:blip>
          <a:stretch>
            <a:fillRect/>
          </a:stretch>
        </p:blipFill>
        <p:spPr>
          <a:xfrm>
            <a:off x="7236400" y="152250"/>
            <a:ext cx="1788050" cy="4838850"/>
          </a:xfrm>
          <a:prstGeom prst="rect">
            <a:avLst/>
          </a:prstGeom>
          <a:noFill/>
          <a:ln>
            <a:noFill/>
          </a:ln>
        </p:spPr>
      </p:pic>
      <p:sp>
        <p:nvSpPr>
          <p:cNvPr id="464" name="Google Shape;464;p50"/>
          <p:cNvSpPr txBox="1">
            <a:spLocks noGrp="1"/>
          </p:cNvSpPr>
          <p:nvPr>
            <p:ph type="subTitle" idx="4294967295"/>
          </p:nvPr>
        </p:nvSpPr>
        <p:spPr>
          <a:xfrm>
            <a:off x="1574816" y="1191200"/>
            <a:ext cx="4089600" cy="179126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b="1" dirty="0">
                <a:solidFill>
                  <a:srgbClr val="E059A7"/>
                </a:solidFill>
                <a:latin typeface="Arial"/>
                <a:ea typeface="Arial"/>
                <a:cs typeface="Arial"/>
                <a:sym typeface="Arial"/>
              </a:rPr>
              <a:t>Total Revenue:</a:t>
            </a:r>
            <a:r>
              <a:rPr lang="en" dirty="0">
                <a:latin typeface="Arial"/>
                <a:ea typeface="Arial"/>
                <a:cs typeface="Arial"/>
                <a:sym typeface="Arial"/>
              </a:rPr>
              <a:t> The website generated </a:t>
            </a:r>
            <a:r>
              <a:rPr lang="en" b="1" dirty="0">
                <a:latin typeface="Arial"/>
                <a:ea typeface="Arial"/>
                <a:cs typeface="Arial"/>
                <a:sym typeface="Arial"/>
              </a:rPr>
              <a:t>$5.07K revenue from user activity</a:t>
            </a:r>
            <a:r>
              <a:rPr lang="en" dirty="0">
                <a:latin typeface="Arial"/>
                <a:ea typeface="Arial"/>
                <a:cs typeface="Arial"/>
                <a:sym typeface="Arial"/>
              </a:rPr>
              <a:t>.</a:t>
            </a:r>
            <a:endParaRPr dirty="0">
              <a:latin typeface="Arial"/>
              <a:ea typeface="Arial"/>
              <a:cs typeface="Arial"/>
              <a:sym typeface="Arial"/>
            </a:endParaRPr>
          </a:p>
          <a:p>
            <a:pPr marL="0" lvl="0" indent="0" algn="l" rtl="0">
              <a:lnSpc>
                <a:spcPct val="115000"/>
              </a:lnSpc>
              <a:spcBef>
                <a:spcPts val="1400"/>
              </a:spcBef>
              <a:spcAft>
                <a:spcPts val="0"/>
              </a:spcAft>
              <a:buNone/>
            </a:pPr>
            <a:r>
              <a:rPr lang="en" b="1" dirty="0">
                <a:solidFill>
                  <a:srgbClr val="E059A7"/>
                </a:solidFill>
                <a:latin typeface="Arial"/>
                <a:ea typeface="Arial"/>
                <a:cs typeface="Arial"/>
                <a:sym typeface="Arial"/>
              </a:rPr>
              <a:t>ROI:</a:t>
            </a:r>
            <a:r>
              <a:rPr lang="en" b="1" dirty="0">
                <a:latin typeface="Arial"/>
                <a:ea typeface="Arial"/>
                <a:cs typeface="Arial"/>
                <a:sym typeface="Arial"/>
              </a:rPr>
              <a:t> </a:t>
            </a:r>
            <a:r>
              <a:rPr lang="en" dirty="0">
                <a:latin typeface="Arial"/>
                <a:ea typeface="Arial"/>
                <a:cs typeface="Arial"/>
                <a:sym typeface="Arial"/>
              </a:rPr>
              <a:t>Paid</a:t>
            </a:r>
            <a:r>
              <a:rPr lang="en" b="1" dirty="0">
                <a:latin typeface="Arial"/>
                <a:ea typeface="Arial"/>
                <a:cs typeface="Arial"/>
                <a:sym typeface="Arial"/>
              </a:rPr>
              <a:t> </a:t>
            </a:r>
            <a:r>
              <a:rPr lang="en" dirty="0">
                <a:latin typeface="Arial"/>
                <a:ea typeface="Arial"/>
                <a:cs typeface="Arial"/>
                <a:sym typeface="Arial"/>
              </a:rPr>
              <a:t>Marketing campaigns are </a:t>
            </a:r>
            <a:r>
              <a:rPr lang="en" b="1" dirty="0">
                <a:latin typeface="Arial"/>
                <a:ea typeface="Arial"/>
                <a:cs typeface="Arial"/>
                <a:sym typeface="Arial"/>
              </a:rPr>
              <a:t>highly profitable</a:t>
            </a:r>
            <a:r>
              <a:rPr lang="en" dirty="0">
                <a:latin typeface="Arial"/>
                <a:ea typeface="Arial"/>
                <a:cs typeface="Arial"/>
                <a:sym typeface="Arial"/>
              </a:rPr>
              <a:t>.</a:t>
            </a:r>
            <a:br>
              <a:rPr lang="en" dirty="0">
                <a:latin typeface="Arial"/>
                <a:ea typeface="Arial"/>
                <a:cs typeface="Arial"/>
                <a:sym typeface="Arial"/>
              </a:rPr>
            </a:br>
            <a:r>
              <a:rPr lang="en" dirty="0">
                <a:latin typeface="Arial"/>
                <a:ea typeface="Arial"/>
                <a:cs typeface="Arial"/>
                <a:sym typeface="Arial"/>
              </a:rPr>
              <a:t>Revenue generated is </a:t>
            </a:r>
            <a:r>
              <a:rPr lang="en" b="1" dirty="0">
                <a:latin typeface="Arial"/>
                <a:ea typeface="Arial"/>
                <a:cs typeface="Arial"/>
                <a:sym typeface="Arial"/>
              </a:rPr>
              <a:t>much higher than the marketing cost</a:t>
            </a:r>
            <a:r>
              <a:rPr lang="en" dirty="0">
                <a:latin typeface="Arial"/>
                <a:ea typeface="Arial"/>
                <a:cs typeface="Arial"/>
                <a:sym typeface="Arial"/>
              </a:rPr>
              <a:t>.</a:t>
            </a:r>
            <a:endParaRPr dirty="0">
              <a:latin typeface="Arial"/>
              <a:ea typeface="Arial"/>
              <a:cs typeface="Arial"/>
              <a:sym typeface="Arial"/>
            </a:endParaRPr>
          </a:p>
          <a:p>
            <a:pPr marL="457200" lvl="0" indent="-298450" algn="l" rtl="0">
              <a:spcBef>
                <a:spcPts val="400"/>
              </a:spcBef>
              <a:spcAft>
                <a:spcPts val="0"/>
              </a:spcAft>
              <a:buSzPts val="1100"/>
              <a:buFont typeface="Arial"/>
              <a:buChar char="●"/>
            </a:pPr>
            <a:endParaRPr dirty="0">
              <a:latin typeface="Arial"/>
              <a:ea typeface="Arial"/>
              <a:cs typeface="Arial"/>
              <a:sym typeface="Arial"/>
            </a:endParaRPr>
          </a:p>
          <a:p>
            <a:pPr marL="457200" lvl="0" indent="-298450" algn="l" rtl="0">
              <a:spcBef>
                <a:spcPts val="0"/>
              </a:spcBef>
              <a:spcAft>
                <a:spcPts val="0"/>
              </a:spcAft>
              <a:buSzPts val="1100"/>
              <a:buFont typeface="Arial"/>
              <a:buChar char="●"/>
            </a:pPr>
            <a:endParaRPr dirty="0">
              <a:latin typeface="Arial"/>
              <a:ea typeface="Arial"/>
              <a:cs typeface="Arial"/>
              <a:sym typeface="Arial"/>
            </a:endParaRPr>
          </a:p>
          <a:p>
            <a:pPr marL="0" lvl="0" indent="0" algn="l" rtl="0">
              <a:spcBef>
                <a:spcPts val="0"/>
              </a:spcBef>
              <a:spcAft>
                <a:spcPts val="0"/>
              </a:spcAft>
              <a:buNone/>
            </a:pPr>
            <a:endParaRPr dirty="0"/>
          </a:p>
        </p:txBody>
      </p:sp>
      <p:sp>
        <p:nvSpPr>
          <p:cNvPr id="465" name="Google Shape;465;p50"/>
          <p:cNvSpPr txBox="1">
            <a:spLocks noGrp="1"/>
          </p:cNvSpPr>
          <p:nvPr>
            <p:ph type="subTitle" idx="4294967295"/>
          </p:nvPr>
        </p:nvSpPr>
        <p:spPr>
          <a:xfrm>
            <a:off x="1559797" y="2536810"/>
            <a:ext cx="4089600" cy="2214965"/>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b="1" dirty="0">
                <a:solidFill>
                  <a:srgbClr val="E059A7"/>
                </a:solidFill>
                <a:latin typeface="Arial"/>
                <a:ea typeface="Arial"/>
                <a:cs typeface="Arial"/>
                <a:sym typeface="Arial"/>
              </a:rPr>
              <a:t>Total Users:</a:t>
            </a:r>
            <a:r>
              <a:rPr lang="en" dirty="0">
                <a:solidFill>
                  <a:srgbClr val="E059A7"/>
                </a:solidFill>
                <a:latin typeface="Arial"/>
                <a:ea typeface="Arial"/>
                <a:cs typeface="Arial"/>
                <a:sym typeface="Arial"/>
              </a:rPr>
              <a:t> </a:t>
            </a:r>
            <a:r>
              <a:rPr lang="en" dirty="0">
                <a:latin typeface="Arial"/>
                <a:ea typeface="Arial"/>
                <a:cs typeface="Arial"/>
                <a:sym typeface="Arial"/>
              </a:rPr>
              <a:t>The website has </a:t>
            </a:r>
            <a:r>
              <a:rPr lang="en" b="1" dirty="0">
                <a:latin typeface="Arial"/>
                <a:ea typeface="Arial"/>
                <a:cs typeface="Arial"/>
                <a:sym typeface="Arial"/>
              </a:rPr>
              <a:t>strong traffic volume</a:t>
            </a:r>
            <a:r>
              <a:rPr lang="en" dirty="0">
                <a:latin typeface="Arial"/>
                <a:ea typeface="Arial"/>
                <a:cs typeface="Arial"/>
                <a:sym typeface="Arial"/>
              </a:rPr>
              <a:t>.</a:t>
            </a:r>
            <a:endParaRPr dirty="0">
              <a:latin typeface="Arial"/>
              <a:ea typeface="Arial"/>
              <a:cs typeface="Arial"/>
              <a:sym typeface="Arial"/>
            </a:endParaRPr>
          </a:p>
          <a:p>
            <a:pPr marL="0" lvl="0" indent="0" algn="l" rtl="0">
              <a:spcBef>
                <a:spcPts val="0"/>
              </a:spcBef>
              <a:spcAft>
                <a:spcPts val="0"/>
              </a:spcAft>
              <a:buNone/>
            </a:pPr>
            <a:r>
              <a:rPr lang="en" dirty="0">
                <a:latin typeface="Arial"/>
                <a:ea typeface="Arial"/>
                <a:cs typeface="Arial"/>
                <a:sym typeface="Arial"/>
              </a:rPr>
              <a:t>Indicates </a:t>
            </a:r>
            <a:r>
              <a:rPr lang="en" b="1" dirty="0">
                <a:latin typeface="Arial"/>
                <a:ea typeface="Arial"/>
                <a:cs typeface="Arial"/>
                <a:sym typeface="Arial"/>
              </a:rPr>
              <a:t>good reach from marketing channels</a:t>
            </a:r>
            <a:r>
              <a:rPr lang="en" dirty="0">
                <a:latin typeface="Arial"/>
                <a:ea typeface="Arial"/>
                <a:cs typeface="Arial"/>
                <a:sym typeface="Arial"/>
              </a:rPr>
              <a:t>.</a:t>
            </a:r>
            <a:endParaRPr dirty="0">
              <a:latin typeface="Arial"/>
              <a:ea typeface="Arial"/>
              <a:cs typeface="Arial"/>
              <a:sym typeface="Arial"/>
            </a:endParaRPr>
          </a:p>
          <a:p>
            <a:pPr marL="0" lvl="0" indent="0" algn="l" rtl="0">
              <a:lnSpc>
                <a:spcPct val="115000"/>
              </a:lnSpc>
              <a:spcBef>
                <a:spcPts val="1400"/>
              </a:spcBef>
              <a:spcAft>
                <a:spcPts val="0"/>
              </a:spcAft>
              <a:buNone/>
            </a:pPr>
            <a:r>
              <a:rPr lang="en" b="1" dirty="0">
                <a:solidFill>
                  <a:srgbClr val="E059A7"/>
                </a:solidFill>
                <a:latin typeface="Arial"/>
                <a:ea typeface="Arial"/>
                <a:cs typeface="Arial"/>
                <a:sym typeface="Arial"/>
              </a:rPr>
              <a:t>Key Events:</a:t>
            </a:r>
            <a:r>
              <a:rPr lang="en" b="1" dirty="0">
                <a:latin typeface="Arial"/>
                <a:ea typeface="Arial"/>
                <a:cs typeface="Arial"/>
                <a:sym typeface="Arial"/>
              </a:rPr>
              <a:t> </a:t>
            </a:r>
            <a:r>
              <a:rPr lang="en" dirty="0">
                <a:latin typeface="Arial"/>
                <a:ea typeface="Arial"/>
                <a:cs typeface="Arial"/>
                <a:sym typeface="Arial"/>
              </a:rPr>
              <a:t>A large number of </a:t>
            </a:r>
            <a:r>
              <a:rPr lang="en" b="1" dirty="0">
                <a:latin typeface="Arial"/>
                <a:ea typeface="Arial"/>
                <a:cs typeface="Arial"/>
                <a:sym typeface="Arial"/>
              </a:rPr>
              <a:t>important user interactions occurred</a:t>
            </a:r>
            <a:r>
              <a:rPr lang="en" dirty="0">
                <a:latin typeface="Arial"/>
                <a:ea typeface="Arial"/>
                <a:cs typeface="Arial"/>
                <a:sym typeface="Arial"/>
              </a:rPr>
              <a:t>. Shows </a:t>
            </a:r>
            <a:r>
              <a:rPr lang="en" b="1" dirty="0">
                <a:latin typeface="Arial"/>
                <a:ea typeface="Arial"/>
                <a:cs typeface="Arial"/>
                <a:sym typeface="Arial"/>
              </a:rPr>
              <a:t>strong user activity before conversion</a:t>
            </a:r>
            <a:r>
              <a:rPr lang="en" dirty="0">
                <a:latin typeface="Arial"/>
                <a:ea typeface="Arial"/>
                <a:cs typeface="Arial"/>
                <a:sym typeface="Arial"/>
              </a:rPr>
              <a:t>.</a:t>
            </a:r>
          </a:p>
          <a:p>
            <a:pPr marL="0" lvl="0" indent="0" algn="l" rtl="0">
              <a:lnSpc>
                <a:spcPct val="115000"/>
              </a:lnSpc>
              <a:spcBef>
                <a:spcPts val="1400"/>
              </a:spcBef>
              <a:spcAft>
                <a:spcPts val="0"/>
              </a:spcAft>
              <a:buNone/>
            </a:pPr>
            <a:r>
              <a:rPr lang="en" b="1" dirty="0">
                <a:solidFill>
                  <a:srgbClr val="E059A7"/>
                </a:solidFill>
                <a:latin typeface="Arial"/>
                <a:ea typeface="Arial"/>
                <a:cs typeface="Arial"/>
                <a:sym typeface="Arial"/>
              </a:rPr>
              <a:t>Overall Engagement Rate: </a:t>
            </a:r>
            <a:r>
              <a:rPr lang="en" dirty="0">
                <a:latin typeface="Arial"/>
                <a:ea typeface="Arial"/>
                <a:cs typeface="Arial"/>
                <a:sym typeface="Arial"/>
              </a:rPr>
              <a:t>Around </a:t>
            </a:r>
            <a:r>
              <a:rPr lang="en" b="1" dirty="0">
                <a:latin typeface="Arial"/>
                <a:ea typeface="Arial"/>
                <a:cs typeface="Arial"/>
                <a:sym typeface="Arial"/>
              </a:rPr>
              <a:t>41% of users actively engage with the website</a:t>
            </a:r>
            <a:r>
              <a:rPr lang="en" dirty="0">
                <a:latin typeface="Arial"/>
                <a:ea typeface="Arial"/>
                <a:cs typeface="Arial"/>
                <a:sym typeface="Arial"/>
              </a:rPr>
              <a:t>.Engagement level is </a:t>
            </a:r>
            <a:r>
              <a:rPr lang="en" b="1" dirty="0">
                <a:latin typeface="Arial"/>
                <a:ea typeface="Arial"/>
                <a:cs typeface="Arial"/>
                <a:sym typeface="Arial"/>
              </a:rPr>
              <a:t>moderate but can be improved</a:t>
            </a:r>
            <a:r>
              <a:rPr lang="en" dirty="0">
                <a:latin typeface="Arial"/>
                <a:ea typeface="Arial"/>
                <a:cs typeface="Arial"/>
                <a:sym typeface="Arial"/>
              </a:rPr>
              <a:t>.</a:t>
            </a:r>
            <a:br>
              <a:rPr lang="en" dirty="0">
                <a:latin typeface="Arial"/>
                <a:ea typeface="Arial"/>
                <a:cs typeface="Arial"/>
                <a:sym typeface="Arial"/>
              </a:rPr>
            </a:b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pic>
        <p:nvPicPr>
          <p:cNvPr id="470" name="Google Shape;470;p51"/>
          <p:cNvPicPr preferRelativeResize="0"/>
          <p:nvPr/>
        </p:nvPicPr>
        <p:blipFill>
          <a:blip r:embed="rId3">
            <a:alphaModFix/>
          </a:blip>
          <a:stretch>
            <a:fillRect/>
          </a:stretch>
        </p:blipFill>
        <p:spPr>
          <a:xfrm>
            <a:off x="439275" y="330974"/>
            <a:ext cx="3648075" cy="2190750"/>
          </a:xfrm>
          <a:prstGeom prst="rect">
            <a:avLst/>
          </a:prstGeom>
          <a:noFill/>
          <a:ln>
            <a:noFill/>
          </a:ln>
        </p:spPr>
      </p:pic>
      <p:pic>
        <p:nvPicPr>
          <p:cNvPr id="471" name="Google Shape;471;p51"/>
          <p:cNvPicPr preferRelativeResize="0"/>
          <p:nvPr/>
        </p:nvPicPr>
        <p:blipFill>
          <a:blip r:embed="rId4">
            <a:alphaModFix/>
          </a:blip>
          <a:stretch>
            <a:fillRect/>
          </a:stretch>
        </p:blipFill>
        <p:spPr>
          <a:xfrm>
            <a:off x="439275" y="2622899"/>
            <a:ext cx="3648075" cy="2200275"/>
          </a:xfrm>
          <a:prstGeom prst="rect">
            <a:avLst/>
          </a:prstGeom>
          <a:noFill/>
          <a:ln>
            <a:noFill/>
          </a:ln>
        </p:spPr>
      </p:pic>
      <p:sp>
        <p:nvSpPr>
          <p:cNvPr id="472" name="Google Shape;472;p51"/>
          <p:cNvSpPr/>
          <p:nvPr/>
        </p:nvSpPr>
        <p:spPr>
          <a:xfrm>
            <a:off x="4370500" y="330898"/>
            <a:ext cx="4306800" cy="2190900"/>
          </a:xfrm>
          <a:prstGeom prst="roundRect">
            <a:avLst>
              <a:gd name="adj" fmla="val 4989"/>
            </a:avLst>
          </a:prstGeom>
          <a:solidFill>
            <a:schemeClr val="lt1"/>
          </a:solidFill>
          <a:ln>
            <a:noFill/>
          </a:ln>
          <a:effectLst>
            <a:outerShdw blurRad="171450" dist="19050" dir="5400000" algn="bl" rotWithShape="0">
              <a:schemeClr val="lt2">
                <a:alpha val="64999"/>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Figtree"/>
              <a:ea typeface="Figtree"/>
              <a:cs typeface="Figtree"/>
              <a:sym typeface="Figtree"/>
            </a:endParaRPr>
          </a:p>
        </p:txBody>
      </p:sp>
      <p:sp>
        <p:nvSpPr>
          <p:cNvPr id="473" name="Google Shape;473;p51"/>
          <p:cNvSpPr/>
          <p:nvPr/>
        </p:nvSpPr>
        <p:spPr>
          <a:xfrm>
            <a:off x="4370500" y="2627585"/>
            <a:ext cx="4306800" cy="2190900"/>
          </a:xfrm>
          <a:prstGeom prst="roundRect">
            <a:avLst>
              <a:gd name="adj" fmla="val 4989"/>
            </a:avLst>
          </a:prstGeom>
          <a:solidFill>
            <a:schemeClr val="lt1"/>
          </a:solidFill>
          <a:ln>
            <a:noFill/>
          </a:ln>
          <a:effectLst>
            <a:outerShdw blurRad="171450" dist="19050" dir="5400000" algn="bl" rotWithShape="0">
              <a:schemeClr val="lt2">
                <a:alpha val="64999"/>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Figtree"/>
              <a:ea typeface="Figtree"/>
              <a:cs typeface="Figtree"/>
              <a:sym typeface="Figtree"/>
            </a:endParaRPr>
          </a:p>
        </p:txBody>
      </p:sp>
      <p:sp>
        <p:nvSpPr>
          <p:cNvPr id="474" name="Google Shape;474;p51"/>
          <p:cNvSpPr txBox="1">
            <a:spLocks noGrp="1"/>
          </p:cNvSpPr>
          <p:nvPr>
            <p:ph type="subTitle" idx="4294967295"/>
          </p:nvPr>
        </p:nvSpPr>
        <p:spPr>
          <a:xfrm>
            <a:off x="4473389" y="457200"/>
            <a:ext cx="3208500" cy="200100"/>
          </a:xfrm>
          <a:prstGeom prst="rect">
            <a:avLst/>
          </a:prstGeom>
        </p:spPr>
        <p:txBody>
          <a:bodyPr spcFirstLastPara="1" wrap="square" lIns="0" tIns="0" rIns="0" bIns="0" anchor="t" anchorCtr="0">
            <a:spAutoFit/>
          </a:bodyPr>
          <a:lstStyle/>
          <a:p>
            <a:pPr marL="0" lvl="0" indent="0" algn="l" rtl="0">
              <a:spcBef>
                <a:spcPts val="0"/>
              </a:spcBef>
              <a:spcAft>
                <a:spcPts val="0"/>
              </a:spcAft>
              <a:buClr>
                <a:schemeClr val="lt1"/>
              </a:buClr>
              <a:buSzPts val="1100"/>
              <a:buNone/>
            </a:pPr>
            <a:r>
              <a:rPr lang="en" sz="1300" b="1">
                <a:solidFill>
                  <a:srgbClr val="E059A7"/>
                </a:solidFill>
              </a:rPr>
              <a:t>USER ACQUISITION</a:t>
            </a:r>
            <a:endParaRPr sz="1300" b="1">
              <a:solidFill>
                <a:srgbClr val="E059A7"/>
              </a:solidFill>
            </a:endParaRPr>
          </a:p>
        </p:txBody>
      </p:sp>
      <p:sp>
        <p:nvSpPr>
          <p:cNvPr id="475" name="Google Shape;475;p51"/>
          <p:cNvSpPr txBox="1">
            <a:spLocks noGrp="1"/>
          </p:cNvSpPr>
          <p:nvPr>
            <p:ph type="subTitle" idx="4294967295"/>
          </p:nvPr>
        </p:nvSpPr>
        <p:spPr>
          <a:xfrm>
            <a:off x="4473389" y="2810200"/>
            <a:ext cx="3208500" cy="200100"/>
          </a:xfrm>
          <a:prstGeom prst="rect">
            <a:avLst/>
          </a:prstGeom>
        </p:spPr>
        <p:txBody>
          <a:bodyPr spcFirstLastPara="1" wrap="square" lIns="0" tIns="0" rIns="0" bIns="0" anchor="t" anchorCtr="0">
            <a:spAutoFit/>
          </a:bodyPr>
          <a:lstStyle/>
          <a:p>
            <a:pPr marL="0" lvl="0" indent="0" algn="l" rtl="0">
              <a:spcBef>
                <a:spcPts val="0"/>
              </a:spcBef>
              <a:spcAft>
                <a:spcPts val="0"/>
              </a:spcAft>
              <a:buClr>
                <a:schemeClr val="lt1"/>
              </a:buClr>
              <a:buSzPts val="1100"/>
              <a:buNone/>
            </a:pPr>
            <a:r>
              <a:rPr lang="en" sz="1300" b="1">
                <a:solidFill>
                  <a:srgbClr val="E059A7"/>
                </a:solidFill>
              </a:rPr>
              <a:t>ENGAGEMENT RATE BY CHANNEL</a:t>
            </a:r>
            <a:endParaRPr sz="1300" b="1">
              <a:solidFill>
                <a:srgbClr val="E059A7"/>
              </a:solidFill>
            </a:endParaRPr>
          </a:p>
        </p:txBody>
      </p:sp>
      <p:sp>
        <p:nvSpPr>
          <p:cNvPr id="476" name="Google Shape;476;p51"/>
          <p:cNvSpPr txBox="1"/>
          <p:nvPr/>
        </p:nvSpPr>
        <p:spPr>
          <a:xfrm>
            <a:off x="4452850" y="867625"/>
            <a:ext cx="4142100" cy="1469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lt1"/>
              </a:buClr>
              <a:buSzPts val="1100"/>
              <a:buFont typeface="Arial"/>
              <a:buNone/>
            </a:pPr>
            <a:r>
              <a:rPr lang="en" sz="1100" b="1" dirty="0">
                <a:solidFill>
                  <a:schemeClr val="dk1"/>
                </a:solidFill>
              </a:rPr>
              <a:t>Direct channel brings the highest number of users</a:t>
            </a:r>
            <a:r>
              <a:rPr lang="en" sz="1100" dirty="0">
                <a:solidFill>
                  <a:schemeClr val="dk1"/>
                </a:solidFill>
              </a:rPr>
              <a:t>, far more than other channels.</a:t>
            </a:r>
            <a:br>
              <a:rPr lang="en" sz="1100" dirty="0">
                <a:solidFill>
                  <a:schemeClr val="dk1"/>
                </a:solidFill>
              </a:rPr>
            </a:br>
            <a:endParaRPr sz="1100" dirty="0">
              <a:solidFill>
                <a:schemeClr val="dk1"/>
              </a:solidFill>
            </a:endParaRPr>
          </a:p>
          <a:p>
            <a:pPr marL="0" lvl="0" indent="0" algn="l" rtl="0">
              <a:spcBef>
                <a:spcPts val="0"/>
              </a:spcBef>
              <a:spcAft>
                <a:spcPts val="0"/>
              </a:spcAft>
              <a:buClr>
                <a:schemeClr val="lt1"/>
              </a:buClr>
              <a:buSzPts val="1100"/>
              <a:buFont typeface="Arial"/>
              <a:buNone/>
            </a:pPr>
            <a:r>
              <a:rPr lang="en" sz="1100" b="1" dirty="0">
                <a:solidFill>
                  <a:schemeClr val="dk1"/>
                </a:solidFill>
              </a:rPr>
              <a:t>Organic Search is the second largest traffic source</a:t>
            </a:r>
            <a:r>
              <a:rPr lang="en" sz="1100" dirty="0">
                <a:solidFill>
                  <a:schemeClr val="dk1"/>
                </a:solidFill>
              </a:rPr>
              <a:t>, while other channels contribute very little.</a:t>
            </a:r>
          </a:p>
          <a:p>
            <a:pPr marL="0" lvl="0" indent="0" algn="l" rtl="0">
              <a:spcBef>
                <a:spcPts val="0"/>
              </a:spcBef>
              <a:spcAft>
                <a:spcPts val="0"/>
              </a:spcAft>
              <a:buClr>
                <a:schemeClr val="lt1"/>
              </a:buClr>
              <a:buSzPts val="1100"/>
              <a:buFont typeface="Arial"/>
              <a:buNone/>
            </a:pPr>
            <a:endParaRPr lang="en" sz="1100" dirty="0">
              <a:solidFill>
                <a:schemeClr val="dk1"/>
              </a:solidFill>
            </a:endParaRPr>
          </a:p>
          <a:p>
            <a:pPr marL="0" lvl="0" indent="0" algn="l" rtl="0">
              <a:spcBef>
                <a:spcPts val="0"/>
              </a:spcBef>
              <a:spcAft>
                <a:spcPts val="0"/>
              </a:spcAft>
              <a:buClr>
                <a:schemeClr val="lt1"/>
              </a:buClr>
              <a:buSzPts val="1100"/>
              <a:buFont typeface="Arial"/>
              <a:buNone/>
            </a:pPr>
            <a:r>
              <a:rPr lang="en" sz="1100" dirty="0">
                <a:solidFill>
                  <a:schemeClr val="dk1"/>
                </a:solidFill>
              </a:rPr>
              <a:t>Has more new users than the returning ones</a:t>
            </a:r>
            <a:endParaRPr sz="1100" dirty="0">
              <a:solidFill>
                <a:schemeClr val="dk1"/>
              </a:solidFill>
            </a:endParaRPr>
          </a:p>
          <a:p>
            <a:pPr marL="0" lvl="0" indent="0" algn="l" rtl="0">
              <a:spcBef>
                <a:spcPts val="0"/>
              </a:spcBef>
              <a:spcAft>
                <a:spcPts val="0"/>
              </a:spcAft>
              <a:buNone/>
            </a:pPr>
            <a:endParaRPr sz="1200" b="1" dirty="0">
              <a:solidFill>
                <a:schemeClr val="dk1"/>
              </a:solidFill>
            </a:endParaRPr>
          </a:p>
          <a:p>
            <a:pPr marL="0" lvl="0" indent="0" algn="l" rtl="0">
              <a:spcBef>
                <a:spcPts val="0"/>
              </a:spcBef>
              <a:spcAft>
                <a:spcPts val="0"/>
              </a:spcAft>
              <a:buNone/>
            </a:pPr>
            <a:endParaRPr sz="1200" b="1" dirty="0">
              <a:solidFill>
                <a:schemeClr val="dk1"/>
              </a:solidFill>
            </a:endParaRPr>
          </a:p>
        </p:txBody>
      </p:sp>
      <p:sp>
        <p:nvSpPr>
          <p:cNvPr id="477" name="Google Shape;477;p51"/>
          <p:cNvSpPr txBox="1"/>
          <p:nvPr/>
        </p:nvSpPr>
        <p:spPr>
          <a:xfrm>
            <a:off x="4452850" y="3243900"/>
            <a:ext cx="4142100" cy="1469700"/>
          </a:xfrm>
          <a:prstGeom prst="rect">
            <a:avLst/>
          </a:prstGeom>
          <a:noFill/>
          <a:ln>
            <a:noFill/>
          </a:ln>
        </p:spPr>
        <p:txBody>
          <a:bodyPr spcFirstLastPara="1" wrap="square" lIns="91425" tIns="91425" rIns="91425" bIns="91425" anchor="t" anchorCtr="0">
            <a:noAutofit/>
          </a:bodyPr>
          <a:lstStyle/>
          <a:p>
            <a:pPr lvl="0">
              <a:buClr>
                <a:schemeClr val="lt1"/>
              </a:buClr>
              <a:buSzPts val="1100"/>
            </a:pPr>
            <a:r>
              <a:rPr lang="en" sz="1100" b="1" dirty="0">
                <a:solidFill>
                  <a:schemeClr val="dk1"/>
                </a:solidFill>
              </a:rPr>
              <a:t>Organic Video has the highest engagement rate</a:t>
            </a:r>
            <a:r>
              <a:rPr lang="en" sz="1100" dirty="0">
                <a:solidFill>
                  <a:schemeClr val="dk1"/>
                </a:solidFill>
              </a:rPr>
              <a:t>, </a:t>
            </a:r>
            <a:r>
              <a:rPr lang="en-US" sz="1100" dirty="0">
                <a:solidFill>
                  <a:schemeClr val="tx1"/>
                </a:solidFill>
              </a:rPr>
              <a:t>A higher proportion of users coming from Organic Video actively interact with the website (scrolling, clicking, viewing items), showing strong user interest</a:t>
            </a:r>
            <a:r>
              <a:rPr lang="en-US" sz="1100" dirty="0"/>
              <a:t>.</a:t>
            </a:r>
            <a:br>
              <a:rPr lang="en" sz="1100" dirty="0">
                <a:solidFill>
                  <a:schemeClr val="dk1"/>
                </a:solidFill>
              </a:rPr>
            </a:br>
            <a:endParaRPr sz="1100" dirty="0">
              <a:solidFill>
                <a:schemeClr val="dk1"/>
              </a:solidFill>
            </a:endParaRPr>
          </a:p>
          <a:p>
            <a:pPr marL="0" lvl="0" indent="0" algn="l" rtl="0">
              <a:spcBef>
                <a:spcPts val="0"/>
              </a:spcBef>
              <a:spcAft>
                <a:spcPts val="0"/>
              </a:spcAft>
              <a:buClr>
                <a:schemeClr val="lt1"/>
              </a:buClr>
              <a:buSzPts val="1100"/>
              <a:buFont typeface="Arial"/>
              <a:buNone/>
            </a:pPr>
            <a:r>
              <a:rPr lang="en" sz="1100" b="1" dirty="0">
                <a:solidFill>
                  <a:schemeClr val="dk1"/>
                </a:solidFill>
              </a:rPr>
              <a:t>Email and Paid Search show almost no engagement</a:t>
            </a:r>
            <a:r>
              <a:rPr lang="en" sz="1100" dirty="0">
                <a:solidFill>
                  <a:schemeClr val="dk1"/>
                </a:solidFill>
              </a:rPr>
              <a:t>, indicating poor user interaction from these channels.</a:t>
            </a:r>
            <a:endParaRPr sz="1100" dirty="0">
              <a:solidFill>
                <a:schemeClr val="dk1"/>
              </a:solidFill>
            </a:endParaRPr>
          </a:p>
          <a:p>
            <a:pPr marL="0" lvl="0" indent="0" algn="l" rtl="0">
              <a:spcBef>
                <a:spcPts val="0"/>
              </a:spcBef>
              <a:spcAft>
                <a:spcPts val="0"/>
              </a:spcAft>
              <a:buNone/>
            </a:pPr>
            <a:endParaRPr sz="1100" b="1" dirty="0">
              <a:solidFill>
                <a:schemeClr val="dk1"/>
              </a:solidFill>
            </a:endParaRPr>
          </a:p>
          <a:p>
            <a:pPr marL="0" lvl="0" indent="0" algn="l" rtl="0">
              <a:spcBef>
                <a:spcPts val="0"/>
              </a:spcBef>
              <a:spcAft>
                <a:spcPts val="0"/>
              </a:spcAft>
              <a:buNone/>
            </a:pPr>
            <a:endParaRPr sz="1200" b="1" dirty="0">
              <a:solidFill>
                <a:schemeClr val="dk1"/>
              </a:solidFill>
            </a:endParaRPr>
          </a:p>
          <a:p>
            <a:pPr marL="0" lvl="0" indent="0" algn="l" rtl="0">
              <a:spcBef>
                <a:spcPts val="0"/>
              </a:spcBef>
              <a:spcAft>
                <a:spcPts val="0"/>
              </a:spcAft>
              <a:buNone/>
            </a:pPr>
            <a:endParaRPr sz="1200" b="1" dirty="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pic>
        <p:nvPicPr>
          <p:cNvPr id="482" name="Google Shape;482;p52"/>
          <p:cNvPicPr preferRelativeResize="0"/>
          <p:nvPr/>
        </p:nvPicPr>
        <p:blipFill>
          <a:blip r:embed="rId3">
            <a:alphaModFix/>
          </a:blip>
          <a:stretch>
            <a:fillRect/>
          </a:stretch>
        </p:blipFill>
        <p:spPr>
          <a:xfrm>
            <a:off x="310450" y="3060350"/>
            <a:ext cx="7229475" cy="1924050"/>
          </a:xfrm>
          <a:prstGeom prst="rect">
            <a:avLst/>
          </a:prstGeom>
          <a:noFill/>
          <a:ln>
            <a:noFill/>
          </a:ln>
        </p:spPr>
      </p:pic>
      <p:sp>
        <p:nvSpPr>
          <p:cNvPr id="483" name="Google Shape;483;p52"/>
          <p:cNvSpPr/>
          <p:nvPr/>
        </p:nvSpPr>
        <p:spPr>
          <a:xfrm>
            <a:off x="381325" y="0"/>
            <a:ext cx="3414300" cy="2974800"/>
          </a:xfrm>
          <a:prstGeom prst="roundRect">
            <a:avLst>
              <a:gd name="adj" fmla="val 4989"/>
            </a:avLst>
          </a:prstGeom>
          <a:solidFill>
            <a:schemeClr val="lt1"/>
          </a:solidFill>
          <a:ln>
            <a:noFill/>
          </a:ln>
          <a:effectLst>
            <a:outerShdw blurRad="171450" dist="19050" dir="5400000" algn="bl" rotWithShape="0">
              <a:schemeClr val="lt2">
                <a:alpha val="64999"/>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Figtree"/>
              <a:ea typeface="Figtree"/>
              <a:cs typeface="Figtree"/>
              <a:sym typeface="Figtree"/>
            </a:endParaRPr>
          </a:p>
        </p:txBody>
      </p:sp>
      <p:sp>
        <p:nvSpPr>
          <p:cNvPr id="484" name="Google Shape;484;p52"/>
          <p:cNvSpPr/>
          <p:nvPr/>
        </p:nvSpPr>
        <p:spPr>
          <a:xfrm>
            <a:off x="4053375" y="125"/>
            <a:ext cx="3348900" cy="2974800"/>
          </a:xfrm>
          <a:prstGeom prst="roundRect">
            <a:avLst>
              <a:gd name="adj" fmla="val 4989"/>
            </a:avLst>
          </a:prstGeom>
          <a:solidFill>
            <a:schemeClr val="lt1"/>
          </a:solidFill>
          <a:ln>
            <a:noFill/>
          </a:ln>
          <a:effectLst>
            <a:outerShdw blurRad="171450" dist="19050" dir="5400000" algn="bl" rotWithShape="0">
              <a:schemeClr val="lt2">
                <a:alpha val="64999"/>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Figtree"/>
              <a:ea typeface="Figtree"/>
              <a:cs typeface="Figtree"/>
              <a:sym typeface="Figtree"/>
            </a:endParaRPr>
          </a:p>
        </p:txBody>
      </p:sp>
      <p:sp>
        <p:nvSpPr>
          <p:cNvPr id="485" name="Google Shape;485;p52"/>
          <p:cNvSpPr txBox="1">
            <a:spLocks noGrp="1"/>
          </p:cNvSpPr>
          <p:nvPr>
            <p:ph type="subTitle" idx="1"/>
          </p:nvPr>
        </p:nvSpPr>
        <p:spPr>
          <a:xfrm>
            <a:off x="534964" y="228600"/>
            <a:ext cx="3208500" cy="200100"/>
          </a:xfrm>
          <a:prstGeom prst="rect">
            <a:avLst/>
          </a:prstGeom>
        </p:spPr>
        <p:txBody>
          <a:bodyPr spcFirstLastPara="1" wrap="square" lIns="0" tIns="0" rIns="0" bIns="0" anchor="t" anchorCtr="0">
            <a:spAutoFit/>
          </a:bodyPr>
          <a:lstStyle/>
          <a:p>
            <a:pPr marL="0" lvl="0" indent="0" algn="l" rtl="0">
              <a:spcBef>
                <a:spcPts val="0"/>
              </a:spcBef>
              <a:spcAft>
                <a:spcPts val="0"/>
              </a:spcAft>
              <a:buClr>
                <a:schemeClr val="lt1"/>
              </a:buClr>
              <a:buSzPts val="1100"/>
              <a:buNone/>
            </a:pPr>
            <a:r>
              <a:rPr lang="en" sz="1300" b="1">
                <a:solidFill>
                  <a:srgbClr val="E059A7"/>
                </a:solidFill>
              </a:rPr>
              <a:t>INSIGHTS FROM TRAFFIC ACQUISITION</a:t>
            </a:r>
            <a:endParaRPr sz="1300" b="1">
              <a:solidFill>
                <a:srgbClr val="E059A7"/>
              </a:solidFill>
            </a:endParaRPr>
          </a:p>
        </p:txBody>
      </p:sp>
      <p:sp>
        <p:nvSpPr>
          <p:cNvPr id="486" name="Google Shape;486;p52"/>
          <p:cNvSpPr txBox="1">
            <a:spLocks noGrp="1"/>
          </p:cNvSpPr>
          <p:nvPr>
            <p:ph type="subTitle" idx="1"/>
          </p:nvPr>
        </p:nvSpPr>
        <p:spPr>
          <a:xfrm>
            <a:off x="4355023" y="228600"/>
            <a:ext cx="2964000" cy="200100"/>
          </a:xfrm>
          <a:prstGeom prst="rect">
            <a:avLst/>
          </a:prstGeom>
        </p:spPr>
        <p:txBody>
          <a:bodyPr spcFirstLastPara="1" wrap="square" lIns="0" tIns="0" rIns="0" bIns="0" anchor="t" anchorCtr="0">
            <a:spAutoFit/>
          </a:bodyPr>
          <a:lstStyle/>
          <a:p>
            <a:pPr marL="0" lvl="0" indent="0" algn="l" rtl="0">
              <a:spcBef>
                <a:spcPts val="0"/>
              </a:spcBef>
              <a:spcAft>
                <a:spcPts val="0"/>
              </a:spcAft>
              <a:buClr>
                <a:schemeClr val="lt1"/>
              </a:buClr>
              <a:buSzPts val="1100"/>
              <a:buNone/>
            </a:pPr>
            <a:r>
              <a:rPr lang="en" sz="1300" b="1">
                <a:solidFill>
                  <a:srgbClr val="E059A5"/>
                </a:solidFill>
              </a:rPr>
              <a:t>INSIGHTS FROM ROI BY CHANNELS</a:t>
            </a:r>
            <a:endParaRPr sz="1300" b="1">
              <a:solidFill>
                <a:srgbClr val="E059A5"/>
              </a:solidFill>
            </a:endParaRPr>
          </a:p>
        </p:txBody>
      </p:sp>
      <p:sp>
        <p:nvSpPr>
          <p:cNvPr id="487" name="Google Shape;487;p52"/>
          <p:cNvSpPr txBox="1">
            <a:spLocks noGrp="1"/>
          </p:cNvSpPr>
          <p:nvPr>
            <p:ph type="body" idx="4294967295"/>
          </p:nvPr>
        </p:nvSpPr>
        <p:spPr>
          <a:xfrm>
            <a:off x="631022" y="1204025"/>
            <a:ext cx="3033900" cy="19242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dirty="0"/>
              <a:t>Most visits come from users who: Type website URL directly, Already know the brand</a:t>
            </a:r>
          </a:p>
          <a:p>
            <a:pPr marL="0" lvl="0" indent="0" algn="l" rtl="0">
              <a:lnSpc>
                <a:spcPct val="115000"/>
              </a:lnSpc>
              <a:spcBef>
                <a:spcPts val="1200"/>
              </a:spcBef>
              <a:spcAft>
                <a:spcPts val="0"/>
              </a:spcAft>
              <a:buNone/>
            </a:pPr>
            <a:r>
              <a:rPr lang="en" dirty="0"/>
              <a:t>✅</a:t>
            </a:r>
            <a:r>
              <a:rPr lang="en" sz="1300" b="1" dirty="0"/>
              <a:t> Interpretation: </a:t>
            </a:r>
            <a:r>
              <a:rPr lang="en" sz="1300" dirty="0"/>
              <a:t>The brand already has strong awareness. This can be due to ongoing </a:t>
            </a:r>
            <a:r>
              <a:rPr lang="en" sz="1300"/>
              <a:t>promotional campaigns</a:t>
            </a:r>
            <a:endParaRPr dirty="0"/>
          </a:p>
        </p:txBody>
      </p:sp>
      <p:sp>
        <p:nvSpPr>
          <p:cNvPr id="488" name="Google Shape;488;p52"/>
          <p:cNvSpPr txBox="1"/>
          <p:nvPr/>
        </p:nvSpPr>
        <p:spPr>
          <a:xfrm>
            <a:off x="634575" y="457200"/>
            <a:ext cx="3033900" cy="89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chemeClr val="dk1"/>
                </a:solidFill>
              </a:rPr>
              <a:t>Observation:</a:t>
            </a:r>
            <a:endParaRPr sz="1200" b="1">
              <a:solidFill>
                <a:schemeClr val="dk1"/>
              </a:solidFill>
            </a:endParaRPr>
          </a:p>
          <a:p>
            <a:pPr marL="0" lvl="0" indent="0" algn="l" rtl="0">
              <a:spcBef>
                <a:spcPts val="0"/>
              </a:spcBef>
              <a:spcAft>
                <a:spcPts val="0"/>
              </a:spcAft>
              <a:buNone/>
            </a:pPr>
            <a:r>
              <a:rPr lang="en" sz="1200" b="1">
                <a:solidFill>
                  <a:schemeClr val="dk1"/>
                </a:solidFill>
              </a:rPr>
              <a:t>👉 Direct channel generates maximum sessions</a:t>
            </a:r>
            <a:endParaRPr sz="1300" b="1">
              <a:solidFill>
                <a:schemeClr val="dk1"/>
              </a:solidFill>
              <a:latin typeface="Jost"/>
              <a:ea typeface="Jost"/>
              <a:cs typeface="Jost"/>
              <a:sym typeface="Jost"/>
            </a:endParaRPr>
          </a:p>
        </p:txBody>
      </p:sp>
      <p:sp>
        <p:nvSpPr>
          <p:cNvPr id="489" name="Google Shape;489;p52"/>
          <p:cNvSpPr txBox="1"/>
          <p:nvPr/>
        </p:nvSpPr>
        <p:spPr>
          <a:xfrm>
            <a:off x="4210875" y="478616"/>
            <a:ext cx="3033900" cy="89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chemeClr val="dk1"/>
                </a:solidFill>
              </a:rPr>
              <a:t>Observation:</a:t>
            </a:r>
            <a:endParaRPr sz="1200" b="1">
              <a:solidFill>
                <a:schemeClr val="dk1"/>
              </a:solidFill>
            </a:endParaRPr>
          </a:p>
          <a:p>
            <a:pPr marL="0" lvl="0" indent="0" algn="l" rtl="0">
              <a:spcBef>
                <a:spcPts val="0"/>
              </a:spcBef>
              <a:spcAft>
                <a:spcPts val="0"/>
              </a:spcAft>
              <a:buNone/>
            </a:pPr>
            <a:r>
              <a:rPr lang="en" sz="1200">
                <a:solidFill>
                  <a:schemeClr val="dk1"/>
                </a:solidFill>
              </a:rPr>
              <a:t>👉 P</a:t>
            </a:r>
            <a:r>
              <a:rPr lang="en" sz="1200" b="1">
                <a:solidFill>
                  <a:schemeClr val="dk1"/>
                </a:solidFill>
              </a:rPr>
              <a:t>aid Search produces highest ROI</a:t>
            </a:r>
            <a:endParaRPr sz="1300">
              <a:solidFill>
                <a:schemeClr val="dk1"/>
              </a:solidFill>
              <a:latin typeface="Jost"/>
              <a:ea typeface="Jost"/>
              <a:cs typeface="Jost"/>
              <a:sym typeface="Jost"/>
            </a:endParaRPr>
          </a:p>
        </p:txBody>
      </p:sp>
      <p:sp>
        <p:nvSpPr>
          <p:cNvPr id="490" name="Google Shape;490;p52"/>
          <p:cNvSpPr txBox="1">
            <a:spLocks noGrp="1"/>
          </p:cNvSpPr>
          <p:nvPr>
            <p:ph type="body" idx="4294967295"/>
          </p:nvPr>
        </p:nvSpPr>
        <p:spPr>
          <a:xfrm>
            <a:off x="4210872" y="1144883"/>
            <a:ext cx="3033900" cy="19242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a:t>Users acquired through ads: Convert better, Generate higher revenue, Deliver strong return compared to cost.</a:t>
            </a:r>
            <a:endParaRPr/>
          </a:p>
          <a:p>
            <a:pPr marL="0" lvl="0" indent="0" algn="l" rtl="0">
              <a:lnSpc>
                <a:spcPct val="115000"/>
              </a:lnSpc>
              <a:spcBef>
                <a:spcPts val="1200"/>
              </a:spcBef>
              <a:spcAft>
                <a:spcPts val="1200"/>
              </a:spcAft>
              <a:buNone/>
            </a:pPr>
            <a:r>
              <a:rPr lang="en" sz="1300"/>
              <a:t>✅ </a:t>
            </a:r>
            <a:r>
              <a:rPr lang="en" sz="1300" b="1"/>
              <a:t>Interpretation:</a:t>
            </a:r>
            <a:r>
              <a:rPr lang="en" sz="1300"/>
              <a:t> Paid campaigns are highly efficient revenue drivers.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sp>
        <p:nvSpPr>
          <p:cNvPr id="495" name="Google Shape;495;p53"/>
          <p:cNvSpPr txBox="1">
            <a:spLocks noGrp="1"/>
          </p:cNvSpPr>
          <p:nvPr>
            <p:ph type="subTitle" idx="1"/>
          </p:nvPr>
        </p:nvSpPr>
        <p:spPr>
          <a:xfrm>
            <a:off x="397025" y="2881775"/>
            <a:ext cx="4085400" cy="1585500"/>
          </a:xfrm>
          <a:prstGeom prst="rect">
            <a:avLst/>
          </a:prstGeom>
        </p:spPr>
        <p:txBody>
          <a:bodyPr spcFirstLastPara="1" wrap="square" lIns="0" tIns="0" rIns="0" bIns="0" anchor="t" anchorCtr="0">
            <a:spAutoFit/>
          </a:bodyPr>
          <a:lstStyle/>
          <a:p>
            <a:pPr marL="0" lvl="0" indent="0" algn="l" rtl="0">
              <a:spcBef>
                <a:spcPts val="0"/>
              </a:spcBef>
              <a:spcAft>
                <a:spcPts val="0"/>
              </a:spcAft>
              <a:buClr>
                <a:schemeClr val="lt1"/>
              </a:buClr>
              <a:buSzPts val="1100"/>
              <a:buFont typeface="Arial"/>
              <a:buNone/>
            </a:pPr>
            <a:r>
              <a:rPr lang="en" sz="1200" b="1" dirty="0">
                <a:latin typeface="Arial"/>
                <a:ea typeface="Arial"/>
                <a:cs typeface="Arial"/>
                <a:sym typeface="Arial"/>
              </a:rPr>
              <a:t>Purchasers and All Users generate nearly the entire revenue (~$5.1K)</a:t>
            </a:r>
            <a:r>
              <a:rPr lang="en" sz="1200" dirty="0">
                <a:latin typeface="Arial"/>
                <a:ea typeface="Arial"/>
                <a:cs typeface="Arial"/>
                <a:sym typeface="Arial"/>
              </a:rPr>
              <a:t>, showing that a small purchasing segment drives most business value.</a:t>
            </a:r>
            <a:br>
              <a:rPr lang="en" sz="1200" dirty="0">
                <a:latin typeface="Arial"/>
                <a:ea typeface="Arial"/>
                <a:cs typeface="Arial"/>
                <a:sym typeface="Arial"/>
              </a:rPr>
            </a:br>
            <a:endParaRPr sz="1200" dirty="0">
              <a:latin typeface="Arial"/>
              <a:ea typeface="Arial"/>
              <a:cs typeface="Arial"/>
              <a:sym typeface="Arial"/>
            </a:endParaRPr>
          </a:p>
          <a:p>
            <a:pPr marL="0" lvl="0" indent="0" algn="l" rtl="0">
              <a:spcBef>
                <a:spcPts val="0"/>
              </a:spcBef>
              <a:spcAft>
                <a:spcPts val="0"/>
              </a:spcAft>
              <a:buClr>
                <a:schemeClr val="lt1"/>
              </a:buClr>
              <a:buSzPts val="1100"/>
              <a:buFont typeface="Arial"/>
              <a:buNone/>
            </a:pPr>
            <a:r>
              <a:rPr lang="en" sz="1200" b="1" dirty="0">
                <a:latin typeface="Arial"/>
                <a:ea typeface="Arial"/>
                <a:cs typeface="Arial"/>
                <a:sym typeface="Arial"/>
              </a:rPr>
              <a:t>Engaged and Recently Active users also contribute significant revenue</a:t>
            </a:r>
            <a:r>
              <a:rPr lang="en" sz="1200" dirty="0">
                <a:latin typeface="Arial"/>
                <a:ea typeface="Arial"/>
                <a:cs typeface="Arial"/>
                <a:sym typeface="Arial"/>
              </a:rPr>
              <a:t>, indicating strong conversion potential among active audiences.</a:t>
            </a:r>
            <a:endParaRPr sz="1200" dirty="0">
              <a:latin typeface="Arial"/>
              <a:ea typeface="Arial"/>
              <a:cs typeface="Arial"/>
              <a:sym typeface="Arial"/>
            </a:endParaRPr>
          </a:p>
          <a:p>
            <a:pPr marL="0" lvl="0" indent="0" algn="l" rtl="0">
              <a:spcBef>
                <a:spcPts val="0"/>
              </a:spcBef>
              <a:spcAft>
                <a:spcPts val="0"/>
              </a:spcAft>
              <a:buNone/>
            </a:pPr>
            <a:endParaRPr sz="1900" dirty="0"/>
          </a:p>
        </p:txBody>
      </p:sp>
      <p:pic>
        <p:nvPicPr>
          <p:cNvPr id="496" name="Google Shape;496;p53"/>
          <p:cNvPicPr preferRelativeResize="0"/>
          <p:nvPr/>
        </p:nvPicPr>
        <p:blipFill>
          <a:blip r:embed="rId3">
            <a:alphaModFix/>
          </a:blip>
          <a:stretch>
            <a:fillRect/>
          </a:stretch>
        </p:blipFill>
        <p:spPr>
          <a:xfrm>
            <a:off x="397027" y="117050"/>
            <a:ext cx="8492179" cy="2454700"/>
          </a:xfrm>
          <a:prstGeom prst="rect">
            <a:avLst/>
          </a:prstGeom>
          <a:noFill/>
          <a:ln>
            <a:noFill/>
          </a:ln>
        </p:spPr>
      </p:pic>
      <p:sp>
        <p:nvSpPr>
          <p:cNvPr id="497" name="Google Shape;497;p53"/>
          <p:cNvSpPr txBox="1">
            <a:spLocks noGrp="1"/>
          </p:cNvSpPr>
          <p:nvPr>
            <p:ph type="subTitle" idx="1"/>
          </p:nvPr>
        </p:nvSpPr>
        <p:spPr>
          <a:xfrm>
            <a:off x="4923450" y="2897087"/>
            <a:ext cx="4085400" cy="1628400"/>
          </a:xfrm>
          <a:prstGeom prst="rect">
            <a:avLst/>
          </a:prstGeom>
        </p:spPr>
        <p:txBody>
          <a:bodyPr spcFirstLastPara="1" wrap="square" lIns="0" tIns="0" rIns="0" bIns="0" anchor="t" anchorCtr="0">
            <a:spAutoFit/>
          </a:bodyPr>
          <a:lstStyle/>
          <a:p>
            <a:pPr marL="0" lvl="0" indent="0" algn="l" rtl="0">
              <a:lnSpc>
                <a:spcPct val="115000"/>
              </a:lnSpc>
              <a:spcBef>
                <a:spcPts val="1200"/>
              </a:spcBef>
              <a:spcAft>
                <a:spcPts val="0"/>
              </a:spcAft>
              <a:buNone/>
            </a:pPr>
            <a:r>
              <a:rPr lang="en" sz="1200" b="1">
                <a:latin typeface="Arial"/>
                <a:ea typeface="Arial"/>
                <a:cs typeface="Arial"/>
                <a:sym typeface="Arial"/>
              </a:rPr>
              <a:t>The </a:t>
            </a:r>
            <a:r>
              <a:rPr lang="en" sz="1200" b="1">
                <a:latin typeface="Roboto Mono"/>
                <a:ea typeface="Roboto Mono"/>
                <a:cs typeface="Roboto Mono"/>
                <a:sym typeface="Roboto Mono"/>
              </a:rPr>
              <a:t>/search</a:t>
            </a:r>
            <a:r>
              <a:rPr lang="en" sz="1200" b="1">
                <a:latin typeface="Arial"/>
                <a:ea typeface="Arial"/>
                <a:cs typeface="Arial"/>
                <a:sym typeface="Arial"/>
              </a:rPr>
              <a:t> landing page generates the highest revenue (~$2.8K)</a:t>
            </a:r>
            <a:r>
              <a:rPr lang="en" sz="1200">
                <a:latin typeface="Arial"/>
                <a:ea typeface="Arial"/>
                <a:cs typeface="Arial"/>
                <a:sym typeface="Arial"/>
              </a:rPr>
              <a:t>, making it the most effective entry point for conversions.</a:t>
            </a:r>
            <a:br>
              <a:rPr lang="en" sz="1200">
                <a:latin typeface="Arial"/>
                <a:ea typeface="Arial"/>
                <a:cs typeface="Arial"/>
                <a:sym typeface="Arial"/>
              </a:rPr>
            </a:br>
            <a:r>
              <a:rPr lang="en" sz="1200" b="1">
                <a:latin typeface="Arial"/>
                <a:ea typeface="Arial"/>
                <a:cs typeface="Arial"/>
                <a:sym typeface="Arial"/>
              </a:rPr>
              <a:t>The homepage </a:t>
            </a:r>
            <a:r>
              <a:rPr lang="en" sz="1200" b="1">
                <a:latin typeface="Roboto Mono"/>
                <a:ea typeface="Roboto Mono"/>
                <a:cs typeface="Roboto Mono"/>
                <a:sym typeface="Roboto Mono"/>
              </a:rPr>
              <a:t>/</a:t>
            </a:r>
            <a:r>
              <a:rPr lang="en" sz="1200" b="1">
                <a:latin typeface="Arial"/>
                <a:ea typeface="Arial"/>
                <a:cs typeface="Arial"/>
                <a:sym typeface="Arial"/>
              </a:rPr>
              <a:t> is the second biggest revenue driver (~$1.4K)</a:t>
            </a:r>
            <a:r>
              <a:rPr lang="en" sz="1200">
                <a:latin typeface="Arial"/>
                <a:ea typeface="Arial"/>
                <a:cs typeface="Arial"/>
                <a:sym typeface="Arial"/>
              </a:rPr>
              <a:t>, while other pages contribute comparatively minimal revenue.</a:t>
            </a:r>
            <a:endParaRPr sz="1200" b="1">
              <a:latin typeface="Arial"/>
              <a:ea typeface="Arial"/>
              <a:cs typeface="Arial"/>
              <a:sym typeface="Arial"/>
            </a:endParaRPr>
          </a:p>
          <a:p>
            <a:pPr marL="457200" lvl="0" indent="0" algn="l" rtl="0">
              <a:lnSpc>
                <a:spcPct val="115000"/>
              </a:lnSpc>
              <a:spcBef>
                <a:spcPts val="1200"/>
              </a:spcBef>
              <a:spcAft>
                <a:spcPts val="1200"/>
              </a:spcAft>
              <a:buNone/>
            </a:pPr>
            <a:endParaRPr sz="1300" b="1">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504" name="Google Shape;504;p54"/>
          <p:cNvSpPr txBox="1">
            <a:spLocks noGrp="1"/>
          </p:cNvSpPr>
          <p:nvPr>
            <p:ph type="subTitle" idx="1"/>
          </p:nvPr>
        </p:nvSpPr>
        <p:spPr>
          <a:xfrm>
            <a:off x="4405275" y="2846931"/>
            <a:ext cx="4085400" cy="1200329"/>
          </a:xfrm>
          <a:prstGeom prst="rect">
            <a:avLst/>
          </a:prstGeom>
        </p:spPr>
        <p:txBody>
          <a:bodyPr spcFirstLastPara="1" wrap="square" lIns="0" tIns="0" rIns="0" bIns="0" anchor="t" anchorCtr="0">
            <a:spAutoFit/>
          </a:bodyPr>
          <a:lstStyle/>
          <a:p>
            <a:pPr marL="0" lvl="0" indent="0" algn="l" rtl="0">
              <a:spcBef>
                <a:spcPts val="0"/>
              </a:spcBef>
              <a:spcAft>
                <a:spcPts val="0"/>
              </a:spcAft>
              <a:buClr>
                <a:schemeClr val="lt1"/>
              </a:buClr>
              <a:buSzPts val="1100"/>
              <a:buFont typeface="Arial"/>
              <a:buNone/>
            </a:pPr>
            <a:endParaRPr sz="1300" b="1" dirty="0">
              <a:latin typeface="Arial"/>
              <a:ea typeface="Arial"/>
              <a:cs typeface="Arial"/>
              <a:sym typeface="Arial"/>
            </a:endParaRPr>
          </a:p>
          <a:p>
            <a:pPr marL="0" lvl="0" indent="0" algn="l" rtl="0">
              <a:spcBef>
                <a:spcPts val="0"/>
              </a:spcBef>
              <a:spcAft>
                <a:spcPts val="0"/>
              </a:spcAft>
              <a:buNone/>
            </a:pPr>
            <a:endParaRPr sz="1300" b="1" dirty="0">
              <a:latin typeface="Arial"/>
              <a:ea typeface="Arial"/>
              <a:cs typeface="Arial"/>
              <a:sym typeface="Arial"/>
            </a:endParaRPr>
          </a:p>
          <a:p>
            <a:pPr marL="0" lvl="0" indent="0"/>
            <a:r>
              <a:rPr lang="en-US" sz="1300" b="1" dirty="0"/>
              <a:t>Referral has the highest engagement time per session</a:t>
            </a:r>
            <a:r>
              <a:rPr lang="en-US" sz="1300" dirty="0"/>
              <a:t> (33s) → Users from referral sources &amp; Organic videos  spend more time on the site, suggesting they stay longer &amp; explore content more deeply</a:t>
            </a:r>
            <a:endParaRPr sz="1300" dirty="0"/>
          </a:p>
        </p:txBody>
      </p:sp>
      <p:sp>
        <p:nvSpPr>
          <p:cNvPr id="505" name="Google Shape;505;p54"/>
          <p:cNvSpPr txBox="1">
            <a:spLocks noGrp="1"/>
          </p:cNvSpPr>
          <p:nvPr>
            <p:ph type="subTitle" idx="1"/>
          </p:nvPr>
        </p:nvSpPr>
        <p:spPr>
          <a:xfrm>
            <a:off x="4405275" y="745761"/>
            <a:ext cx="4085400" cy="2185800"/>
          </a:xfrm>
          <a:prstGeom prst="rect">
            <a:avLst/>
          </a:prstGeom>
        </p:spPr>
        <p:txBody>
          <a:bodyPr spcFirstLastPara="1" wrap="square" lIns="0" tIns="0" rIns="0" bIns="0" anchor="t" anchorCtr="0">
            <a:spAutoFit/>
          </a:bodyPr>
          <a:lstStyle/>
          <a:p>
            <a:pPr marL="0" lvl="0" indent="0" algn="l" rtl="0">
              <a:spcBef>
                <a:spcPts val="0"/>
              </a:spcBef>
              <a:spcAft>
                <a:spcPts val="0"/>
              </a:spcAft>
              <a:buClr>
                <a:schemeClr val="lt1"/>
              </a:buClr>
              <a:buSzPts val="1100"/>
              <a:buFont typeface="Arial"/>
              <a:buNone/>
            </a:pPr>
            <a:r>
              <a:rPr lang="en" sz="1200" b="1" dirty="0">
                <a:latin typeface="Arial"/>
                <a:ea typeface="Arial"/>
                <a:cs typeface="Arial"/>
                <a:sym typeface="Arial"/>
              </a:rPr>
              <a:t>Homepage </a:t>
            </a:r>
            <a:r>
              <a:rPr lang="en" sz="1200" b="1" dirty="0">
                <a:latin typeface="Roboto Mono"/>
                <a:ea typeface="Roboto Mono"/>
                <a:cs typeface="Roboto Mono"/>
                <a:sym typeface="Roboto Mono"/>
              </a:rPr>
              <a:t>/</a:t>
            </a:r>
            <a:r>
              <a:rPr lang="en" sz="1200" b="1" dirty="0">
                <a:latin typeface="Arial"/>
                <a:ea typeface="Arial"/>
                <a:cs typeface="Arial"/>
                <a:sym typeface="Arial"/>
              </a:rPr>
              <a:t> drives the majority of sessions (~67K)</a:t>
            </a:r>
            <a:r>
              <a:rPr lang="en" sz="1200" dirty="0">
                <a:latin typeface="Arial"/>
                <a:ea typeface="Arial"/>
                <a:cs typeface="Arial"/>
                <a:sym typeface="Arial"/>
              </a:rPr>
              <a:t> – Most users enter the website through the homepage, making it the main traffic entry point.</a:t>
            </a:r>
            <a:br>
              <a:rPr lang="en" sz="1200" dirty="0">
                <a:latin typeface="Arial"/>
                <a:ea typeface="Arial"/>
                <a:cs typeface="Arial"/>
                <a:sym typeface="Arial"/>
              </a:rPr>
            </a:br>
            <a:endParaRPr sz="1200" dirty="0">
              <a:latin typeface="Arial"/>
              <a:ea typeface="Arial"/>
              <a:cs typeface="Arial"/>
              <a:sym typeface="Arial"/>
            </a:endParaRPr>
          </a:p>
          <a:p>
            <a:pPr marL="0" lvl="0" indent="0" algn="l" rtl="0">
              <a:spcBef>
                <a:spcPts val="0"/>
              </a:spcBef>
              <a:spcAft>
                <a:spcPts val="0"/>
              </a:spcAft>
              <a:buClr>
                <a:schemeClr val="lt1"/>
              </a:buClr>
              <a:buSzPts val="1100"/>
              <a:buFont typeface="Arial"/>
              <a:buNone/>
            </a:pPr>
            <a:r>
              <a:rPr lang="en" sz="1200" b="1" dirty="0">
                <a:latin typeface="Roboto Mono"/>
                <a:ea typeface="Roboto Mono"/>
                <a:cs typeface="Roboto Mono"/>
                <a:sym typeface="Roboto Mono"/>
              </a:rPr>
              <a:t>(not set)</a:t>
            </a:r>
            <a:r>
              <a:rPr lang="en" sz="1200" b="1" dirty="0">
                <a:latin typeface="Arial"/>
                <a:ea typeface="Arial"/>
                <a:cs typeface="Arial"/>
                <a:sym typeface="Arial"/>
              </a:rPr>
              <a:t> page has high sessions (~26K)</a:t>
            </a:r>
            <a:r>
              <a:rPr lang="en" sz="1200" dirty="0">
                <a:latin typeface="Arial"/>
                <a:ea typeface="Arial"/>
                <a:cs typeface="Arial"/>
                <a:sym typeface="Arial"/>
              </a:rPr>
              <a:t> – This suggests possible tracking or tagging issues where the actual landing page was not recorded correctly.</a:t>
            </a:r>
            <a:endParaRPr sz="1200" dirty="0">
              <a:latin typeface="Arial"/>
              <a:ea typeface="Arial"/>
              <a:cs typeface="Arial"/>
              <a:sym typeface="Arial"/>
            </a:endParaRPr>
          </a:p>
          <a:p>
            <a:pPr marL="0" lvl="0" indent="0" algn="l" rtl="0">
              <a:spcBef>
                <a:spcPts val="0"/>
              </a:spcBef>
              <a:spcAft>
                <a:spcPts val="0"/>
              </a:spcAft>
              <a:buNone/>
            </a:pPr>
            <a:endParaRPr sz="1300" b="1" dirty="0">
              <a:latin typeface="Arial"/>
              <a:ea typeface="Arial"/>
              <a:cs typeface="Arial"/>
              <a:sym typeface="Arial"/>
            </a:endParaRPr>
          </a:p>
          <a:p>
            <a:pPr marL="0" lvl="0" indent="0" algn="l" rtl="0">
              <a:spcBef>
                <a:spcPts val="0"/>
              </a:spcBef>
              <a:spcAft>
                <a:spcPts val="0"/>
              </a:spcAft>
              <a:buNone/>
            </a:pPr>
            <a:endParaRPr sz="1200" b="1" dirty="0">
              <a:latin typeface="Arial"/>
              <a:ea typeface="Arial"/>
              <a:cs typeface="Arial"/>
              <a:sym typeface="Arial"/>
            </a:endParaRPr>
          </a:p>
          <a:p>
            <a:pPr marL="0" lvl="0" indent="0" algn="l" rtl="0">
              <a:spcBef>
                <a:spcPts val="0"/>
              </a:spcBef>
              <a:spcAft>
                <a:spcPts val="0"/>
              </a:spcAft>
              <a:buNone/>
            </a:pPr>
            <a:endParaRPr sz="1300" b="1" dirty="0">
              <a:latin typeface="Arial"/>
              <a:ea typeface="Arial"/>
              <a:cs typeface="Arial"/>
              <a:sym typeface="Arial"/>
            </a:endParaRPr>
          </a:p>
          <a:p>
            <a:pPr marL="0" lvl="0" indent="0" algn="l" rtl="0">
              <a:spcBef>
                <a:spcPts val="0"/>
              </a:spcBef>
              <a:spcAft>
                <a:spcPts val="0"/>
              </a:spcAft>
              <a:buNone/>
            </a:pPr>
            <a:endParaRPr sz="2000" dirty="0"/>
          </a:p>
        </p:txBody>
      </p:sp>
      <p:pic>
        <p:nvPicPr>
          <p:cNvPr id="4" name="Picture 3">
            <a:extLst>
              <a:ext uri="{FF2B5EF4-FFF2-40B4-BE49-F238E27FC236}">
                <a16:creationId xmlns:a16="http://schemas.microsoft.com/office/drawing/2014/main" id="{73EF7436-80EE-4C89-75EA-DFEACD7D12B7}"/>
              </a:ext>
            </a:extLst>
          </p:cNvPr>
          <p:cNvPicPr>
            <a:picLocks noChangeAspect="1"/>
          </p:cNvPicPr>
          <p:nvPr/>
        </p:nvPicPr>
        <p:blipFill>
          <a:blip r:embed="rId3"/>
          <a:srcRect l="1731" t="3376"/>
          <a:stretch>
            <a:fillRect/>
          </a:stretch>
        </p:blipFill>
        <p:spPr>
          <a:xfrm>
            <a:off x="161365" y="2625540"/>
            <a:ext cx="3931890" cy="2443330"/>
          </a:xfrm>
          <a:prstGeom prst="rect">
            <a:avLst/>
          </a:prstGeom>
        </p:spPr>
      </p:pic>
      <p:pic>
        <p:nvPicPr>
          <p:cNvPr id="6" name="Picture 5">
            <a:extLst>
              <a:ext uri="{FF2B5EF4-FFF2-40B4-BE49-F238E27FC236}">
                <a16:creationId xmlns:a16="http://schemas.microsoft.com/office/drawing/2014/main" id="{54D64C20-5663-6C4F-39E4-141F7523160C}"/>
              </a:ext>
            </a:extLst>
          </p:cNvPr>
          <p:cNvPicPr>
            <a:picLocks noChangeAspect="1"/>
          </p:cNvPicPr>
          <p:nvPr/>
        </p:nvPicPr>
        <p:blipFill>
          <a:blip r:embed="rId4"/>
          <a:stretch>
            <a:fillRect/>
          </a:stretch>
        </p:blipFill>
        <p:spPr>
          <a:xfrm>
            <a:off x="387275" y="135724"/>
            <a:ext cx="3388659" cy="238223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01">
          <a:extLst>
            <a:ext uri="{FF2B5EF4-FFF2-40B4-BE49-F238E27FC236}">
              <a16:creationId xmlns:a16="http://schemas.microsoft.com/office/drawing/2014/main" id="{2BA56545-2D9D-EFA5-1CF0-66688FB9A97F}"/>
            </a:ext>
          </a:extLst>
        </p:cNvPr>
        <p:cNvGrpSpPr/>
        <p:nvPr/>
      </p:nvGrpSpPr>
      <p:grpSpPr>
        <a:xfrm>
          <a:off x="0" y="0"/>
          <a:ext cx="0" cy="0"/>
          <a:chOff x="0" y="0"/>
          <a:chExt cx="0" cy="0"/>
        </a:xfrm>
      </p:grpSpPr>
      <p:sp>
        <p:nvSpPr>
          <p:cNvPr id="504" name="Google Shape;504;p54">
            <a:extLst>
              <a:ext uri="{FF2B5EF4-FFF2-40B4-BE49-F238E27FC236}">
                <a16:creationId xmlns:a16="http://schemas.microsoft.com/office/drawing/2014/main" id="{4BCDA53D-BB94-A6BC-FDE2-0F59238D3296}"/>
              </a:ext>
            </a:extLst>
          </p:cNvPr>
          <p:cNvSpPr txBox="1">
            <a:spLocks noGrp="1"/>
          </p:cNvSpPr>
          <p:nvPr>
            <p:ph type="subTitle" idx="1"/>
          </p:nvPr>
        </p:nvSpPr>
        <p:spPr>
          <a:xfrm>
            <a:off x="161366" y="855056"/>
            <a:ext cx="2829261" cy="4524315"/>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1200" b="1" dirty="0">
                <a:latin typeface="Arial"/>
                <a:ea typeface="Arial"/>
                <a:cs typeface="Arial"/>
                <a:sym typeface="Arial"/>
              </a:rPr>
              <a:t>Funnel chart used to show user drop off at each stage</a:t>
            </a:r>
          </a:p>
          <a:p>
            <a:pPr marL="0" lvl="0" indent="0" algn="l" rtl="0">
              <a:spcBef>
                <a:spcPts val="0"/>
              </a:spcBef>
              <a:spcAft>
                <a:spcPts val="0"/>
              </a:spcAft>
              <a:buNone/>
            </a:pPr>
            <a:endParaRPr lang="en" sz="1200" b="1" dirty="0">
              <a:latin typeface="Arial"/>
              <a:ea typeface="Arial"/>
              <a:cs typeface="Arial"/>
              <a:sym typeface="Arial"/>
            </a:endParaRPr>
          </a:p>
          <a:p>
            <a:pPr marL="0" lvl="0" indent="0" algn="l" rtl="0">
              <a:spcBef>
                <a:spcPts val="0"/>
              </a:spcBef>
              <a:spcAft>
                <a:spcPts val="0"/>
              </a:spcAft>
              <a:buNone/>
            </a:pPr>
            <a:r>
              <a:rPr lang="en" sz="1200" b="1" dirty="0">
                <a:latin typeface="Arial"/>
                <a:ea typeface="Arial"/>
                <a:cs typeface="Arial"/>
                <a:sym typeface="Arial"/>
              </a:rPr>
              <a:t>Used Display Conversion rate label </a:t>
            </a:r>
            <a:r>
              <a:rPr lang="en" sz="1200" dirty="0">
                <a:latin typeface="Arial"/>
                <a:ea typeface="Arial"/>
                <a:cs typeface="Arial"/>
                <a:sym typeface="Arial"/>
              </a:rPr>
              <a:t>to show the percentage of drop outs happening in comparison to previous &amp; 1</a:t>
            </a:r>
            <a:r>
              <a:rPr lang="en" sz="1200" baseline="30000" dirty="0">
                <a:latin typeface="Arial"/>
                <a:ea typeface="Arial"/>
                <a:cs typeface="Arial"/>
                <a:sym typeface="Arial"/>
              </a:rPr>
              <a:t>st</a:t>
            </a:r>
            <a:r>
              <a:rPr lang="en" sz="1200" dirty="0">
                <a:latin typeface="Arial"/>
                <a:ea typeface="Arial"/>
                <a:cs typeface="Arial"/>
                <a:sym typeface="Arial"/>
              </a:rPr>
              <a:t> stage.</a:t>
            </a:r>
          </a:p>
          <a:p>
            <a:pPr marL="0" lvl="0" indent="0" algn="l" rtl="0">
              <a:spcBef>
                <a:spcPts val="0"/>
              </a:spcBef>
              <a:spcAft>
                <a:spcPts val="0"/>
              </a:spcAft>
              <a:buNone/>
            </a:pPr>
            <a:endParaRPr lang="en" sz="1200" b="1" dirty="0">
              <a:latin typeface="Arial"/>
              <a:ea typeface="Arial"/>
              <a:cs typeface="Arial"/>
              <a:sym typeface="Arial"/>
            </a:endParaRPr>
          </a:p>
          <a:p>
            <a:pPr marL="0" lvl="0" indent="0" algn="l" rtl="0">
              <a:spcBef>
                <a:spcPts val="0"/>
              </a:spcBef>
              <a:spcAft>
                <a:spcPts val="0"/>
              </a:spcAft>
              <a:buNone/>
            </a:pPr>
            <a:r>
              <a:rPr lang="en" sz="1200" b="1" dirty="0">
                <a:latin typeface="Arial"/>
                <a:ea typeface="Arial"/>
                <a:cs typeface="Arial"/>
                <a:sym typeface="Arial"/>
              </a:rPr>
              <a:t>Huge drop-off from Page View (116K) to Purchase (18)</a:t>
            </a:r>
            <a:r>
              <a:rPr lang="en" sz="1200" dirty="0">
                <a:latin typeface="Arial"/>
                <a:ea typeface="Arial"/>
                <a:cs typeface="Arial"/>
                <a:sym typeface="Arial"/>
              </a:rPr>
              <a:t> – Many users visit the site but only a very small number complete the purchase, showing low final conversion.</a:t>
            </a:r>
            <a:br>
              <a:rPr lang="en" sz="1200" dirty="0">
                <a:latin typeface="Arial"/>
                <a:ea typeface="Arial"/>
                <a:cs typeface="Arial"/>
                <a:sym typeface="Arial"/>
              </a:rPr>
            </a:br>
            <a:endParaRPr sz="1200" dirty="0">
              <a:latin typeface="Arial"/>
              <a:ea typeface="Arial"/>
              <a:cs typeface="Arial"/>
              <a:sym typeface="Arial"/>
            </a:endParaRPr>
          </a:p>
          <a:p>
            <a:pPr marL="0" lvl="0" indent="0" algn="l" rtl="0">
              <a:spcBef>
                <a:spcPts val="0"/>
              </a:spcBef>
              <a:spcAft>
                <a:spcPts val="0"/>
              </a:spcAft>
              <a:buNone/>
            </a:pPr>
            <a:r>
              <a:rPr lang="en" sz="1200" b="1" dirty="0">
                <a:latin typeface="Arial"/>
                <a:ea typeface="Arial"/>
                <a:cs typeface="Arial"/>
                <a:sym typeface="Arial"/>
              </a:rPr>
              <a:t>Biggest loss occurs after View Item (13.7K) to Add to Cart (1K)</a:t>
            </a:r>
            <a:r>
              <a:rPr lang="en" sz="1200" dirty="0">
                <a:latin typeface="Arial"/>
                <a:ea typeface="Arial"/>
                <a:cs typeface="Arial"/>
                <a:sym typeface="Arial"/>
              </a:rPr>
              <a:t> – Only 7.5% users added items to cart– Many users view products but very few proceed to add items to the cart.</a:t>
            </a:r>
          </a:p>
          <a:p>
            <a:pPr marL="0" lvl="0" indent="0" algn="l" rtl="0">
              <a:spcBef>
                <a:spcPts val="0"/>
              </a:spcBef>
              <a:spcAft>
                <a:spcPts val="0"/>
              </a:spcAft>
              <a:buNone/>
            </a:pPr>
            <a:endParaRPr lang="en" sz="1200" dirty="0">
              <a:latin typeface="Arial"/>
              <a:ea typeface="Arial"/>
              <a:cs typeface="Arial"/>
              <a:sym typeface="Arial"/>
            </a:endParaRPr>
          </a:p>
          <a:p>
            <a:pPr marL="0" lvl="0" indent="0" algn="l" rtl="0">
              <a:spcBef>
                <a:spcPts val="0"/>
              </a:spcBef>
              <a:spcAft>
                <a:spcPts val="0"/>
              </a:spcAft>
              <a:buNone/>
            </a:pPr>
            <a:endParaRPr sz="1200" dirty="0">
              <a:latin typeface="Arial"/>
              <a:ea typeface="Arial"/>
              <a:cs typeface="Arial"/>
              <a:sym typeface="Arial"/>
            </a:endParaRPr>
          </a:p>
          <a:p>
            <a:pPr marL="0" lvl="0" indent="0" algn="l" rtl="0">
              <a:spcBef>
                <a:spcPts val="0"/>
              </a:spcBef>
              <a:spcAft>
                <a:spcPts val="0"/>
              </a:spcAft>
              <a:buClr>
                <a:schemeClr val="lt1"/>
              </a:buClr>
              <a:buSzPts val="1100"/>
              <a:buFont typeface="Arial"/>
              <a:buNone/>
            </a:pPr>
            <a:endParaRPr sz="1100" b="1" dirty="0">
              <a:latin typeface="Arial"/>
              <a:ea typeface="Arial"/>
              <a:cs typeface="Arial"/>
              <a:sym typeface="Arial"/>
            </a:endParaRPr>
          </a:p>
          <a:p>
            <a:pPr marL="0" lvl="0" indent="0" algn="l" rtl="0">
              <a:spcBef>
                <a:spcPts val="0"/>
              </a:spcBef>
              <a:spcAft>
                <a:spcPts val="0"/>
              </a:spcAft>
              <a:buNone/>
            </a:pPr>
            <a:endParaRPr sz="1200" b="1" dirty="0">
              <a:latin typeface="Arial"/>
              <a:ea typeface="Arial"/>
              <a:cs typeface="Arial"/>
              <a:sym typeface="Arial"/>
            </a:endParaRPr>
          </a:p>
          <a:p>
            <a:pPr marL="0" lvl="0" indent="0" algn="l" rtl="0">
              <a:spcBef>
                <a:spcPts val="0"/>
              </a:spcBef>
              <a:spcAft>
                <a:spcPts val="0"/>
              </a:spcAft>
              <a:buNone/>
            </a:pPr>
            <a:endParaRPr sz="1900" dirty="0"/>
          </a:p>
        </p:txBody>
      </p:sp>
      <p:pic>
        <p:nvPicPr>
          <p:cNvPr id="6" name="Picture 5">
            <a:extLst>
              <a:ext uri="{FF2B5EF4-FFF2-40B4-BE49-F238E27FC236}">
                <a16:creationId xmlns:a16="http://schemas.microsoft.com/office/drawing/2014/main" id="{9744CC95-FA94-40FD-CC87-9F50E0BD6476}"/>
              </a:ext>
            </a:extLst>
          </p:cNvPr>
          <p:cNvPicPr>
            <a:picLocks noChangeAspect="1"/>
          </p:cNvPicPr>
          <p:nvPr/>
        </p:nvPicPr>
        <p:blipFill>
          <a:blip r:embed="rId3"/>
          <a:stretch>
            <a:fillRect/>
          </a:stretch>
        </p:blipFill>
        <p:spPr>
          <a:xfrm>
            <a:off x="3281082" y="949464"/>
            <a:ext cx="5472511" cy="3471311"/>
          </a:xfrm>
          <a:prstGeom prst="rect">
            <a:avLst/>
          </a:prstGeom>
        </p:spPr>
      </p:pic>
      <p:sp>
        <p:nvSpPr>
          <p:cNvPr id="7" name="Google Shape;534;p57">
            <a:extLst>
              <a:ext uri="{FF2B5EF4-FFF2-40B4-BE49-F238E27FC236}">
                <a16:creationId xmlns:a16="http://schemas.microsoft.com/office/drawing/2014/main" id="{4CDA47CF-53D5-462E-AD7B-4DA10A9DEB45}"/>
              </a:ext>
            </a:extLst>
          </p:cNvPr>
          <p:cNvSpPr txBox="1">
            <a:spLocks/>
          </p:cNvSpPr>
          <p:nvPr/>
        </p:nvSpPr>
        <p:spPr>
          <a:xfrm>
            <a:off x="3892713" y="390689"/>
            <a:ext cx="4903912" cy="369332"/>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Jost"/>
              <a:buChar char="●"/>
              <a:defRPr sz="1200" b="0" i="0" u="none" strike="noStrike" cap="none">
                <a:solidFill>
                  <a:schemeClr val="dk1"/>
                </a:solidFill>
                <a:latin typeface="Jost"/>
                <a:ea typeface="Jost"/>
                <a:cs typeface="Jost"/>
                <a:sym typeface="Jost"/>
              </a:defRPr>
            </a:lvl1pPr>
            <a:lvl2pPr marL="914400" marR="0" lvl="1" indent="-304800" algn="l" rtl="0">
              <a:lnSpc>
                <a:spcPct val="100000"/>
              </a:lnSpc>
              <a:spcBef>
                <a:spcPts val="0"/>
              </a:spcBef>
              <a:spcAft>
                <a:spcPts val="0"/>
              </a:spcAft>
              <a:buClr>
                <a:schemeClr val="dk1"/>
              </a:buClr>
              <a:buSzPts val="1200"/>
              <a:buFont typeface="Jost"/>
              <a:buChar char="○"/>
              <a:defRPr sz="1200" b="0" i="0" u="none" strike="noStrike" cap="none">
                <a:solidFill>
                  <a:schemeClr val="dk1"/>
                </a:solidFill>
                <a:latin typeface="Jost"/>
                <a:ea typeface="Jost"/>
                <a:cs typeface="Jost"/>
                <a:sym typeface="Jost"/>
              </a:defRPr>
            </a:lvl2pPr>
            <a:lvl3pPr marL="1371600" marR="0" lvl="2" indent="-304800" algn="l" rtl="0">
              <a:lnSpc>
                <a:spcPct val="100000"/>
              </a:lnSpc>
              <a:spcBef>
                <a:spcPts val="0"/>
              </a:spcBef>
              <a:spcAft>
                <a:spcPts val="0"/>
              </a:spcAft>
              <a:buClr>
                <a:schemeClr val="dk1"/>
              </a:buClr>
              <a:buSzPts val="1200"/>
              <a:buFont typeface="Jost"/>
              <a:buChar char="■"/>
              <a:defRPr sz="1200" b="0" i="0" u="none" strike="noStrike" cap="none">
                <a:solidFill>
                  <a:schemeClr val="dk1"/>
                </a:solidFill>
                <a:latin typeface="Jost"/>
                <a:ea typeface="Jost"/>
                <a:cs typeface="Jost"/>
                <a:sym typeface="Jost"/>
              </a:defRPr>
            </a:lvl3pPr>
            <a:lvl4pPr marL="1828800" marR="0" lvl="3" indent="-304800" algn="l" rtl="0">
              <a:lnSpc>
                <a:spcPct val="100000"/>
              </a:lnSpc>
              <a:spcBef>
                <a:spcPts val="0"/>
              </a:spcBef>
              <a:spcAft>
                <a:spcPts val="0"/>
              </a:spcAft>
              <a:buClr>
                <a:schemeClr val="dk1"/>
              </a:buClr>
              <a:buSzPts val="1200"/>
              <a:buFont typeface="Jost"/>
              <a:buChar char="●"/>
              <a:defRPr sz="1200" b="0" i="0" u="none" strike="noStrike" cap="none">
                <a:solidFill>
                  <a:schemeClr val="dk1"/>
                </a:solidFill>
                <a:latin typeface="Jost"/>
                <a:ea typeface="Jost"/>
                <a:cs typeface="Jost"/>
                <a:sym typeface="Jost"/>
              </a:defRPr>
            </a:lvl4pPr>
            <a:lvl5pPr marL="2286000" marR="0" lvl="4" indent="-304800" algn="l" rtl="0">
              <a:lnSpc>
                <a:spcPct val="100000"/>
              </a:lnSpc>
              <a:spcBef>
                <a:spcPts val="0"/>
              </a:spcBef>
              <a:spcAft>
                <a:spcPts val="0"/>
              </a:spcAft>
              <a:buClr>
                <a:schemeClr val="dk1"/>
              </a:buClr>
              <a:buSzPts val="1200"/>
              <a:buFont typeface="Jost"/>
              <a:buChar char="○"/>
              <a:defRPr sz="1200" b="0" i="0" u="none" strike="noStrike" cap="none">
                <a:solidFill>
                  <a:schemeClr val="dk1"/>
                </a:solidFill>
                <a:latin typeface="Jost"/>
                <a:ea typeface="Jost"/>
                <a:cs typeface="Jost"/>
                <a:sym typeface="Jost"/>
              </a:defRPr>
            </a:lvl5pPr>
            <a:lvl6pPr marL="2743200" marR="0" lvl="5" indent="-304800" algn="l" rtl="0">
              <a:lnSpc>
                <a:spcPct val="100000"/>
              </a:lnSpc>
              <a:spcBef>
                <a:spcPts val="0"/>
              </a:spcBef>
              <a:spcAft>
                <a:spcPts val="0"/>
              </a:spcAft>
              <a:buClr>
                <a:schemeClr val="dk1"/>
              </a:buClr>
              <a:buSzPts val="1200"/>
              <a:buFont typeface="Jost"/>
              <a:buChar char="■"/>
              <a:defRPr sz="1200" b="0" i="0" u="none" strike="noStrike" cap="none">
                <a:solidFill>
                  <a:schemeClr val="dk1"/>
                </a:solidFill>
                <a:latin typeface="Jost"/>
                <a:ea typeface="Jost"/>
                <a:cs typeface="Jost"/>
                <a:sym typeface="Jost"/>
              </a:defRPr>
            </a:lvl6pPr>
            <a:lvl7pPr marL="3200400" marR="0" lvl="6" indent="-304800" algn="l" rtl="0">
              <a:lnSpc>
                <a:spcPct val="100000"/>
              </a:lnSpc>
              <a:spcBef>
                <a:spcPts val="0"/>
              </a:spcBef>
              <a:spcAft>
                <a:spcPts val="0"/>
              </a:spcAft>
              <a:buClr>
                <a:schemeClr val="dk1"/>
              </a:buClr>
              <a:buSzPts val="1200"/>
              <a:buFont typeface="Jost"/>
              <a:buChar char="●"/>
              <a:defRPr sz="1200" b="0" i="0" u="none" strike="noStrike" cap="none">
                <a:solidFill>
                  <a:schemeClr val="dk1"/>
                </a:solidFill>
                <a:latin typeface="Jost"/>
                <a:ea typeface="Jost"/>
                <a:cs typeface="Jost"/>
                <a:sym typeface="Jost"/>
              </a:defRPr>
            </a:lvl7pPr>
            <a:lvl8pPr marL="3657600" marR="0" lvl="7" indent="-304800" algn="l" rtl="0">
              <a:lnSpc>
                <a:spcPct val="100000"/>
              </a:lnSpc>
              <a:spcBef>
                <a:spcPts val="0"/>
              </a:spcBef>
              <a:spcAft>
                <a:spcPts val="0"/>
              </a:spcAft>
              <a:buClr>
                <a:schemeClr val="dk1"/>
              </a:buClr>
              <a:buSzPts val="1200"/>
              <a:buFont typeface="Jost"/>
              <a:buChar char="○"/>
              <a:defRPr sz="1200" b="0" i="0" u="none" strike="noStrike" cap="none">
                <a:solidFill>
                  <a:schemeClr val="dk1"/>
                </a:solidFill>
                <a:latin typeface="Jost"/>
                <a:ea typeface="Jost"/>
                <a:cs typeface="Jost"/>
                <a:sym typeface="Jost"/>
              </a:defRPr>
            </a:lvl8pPr>
            <a:lvl9pPr marL="4114800" marR="0" lvl="8" indent="-304800" algn="l" rtl="0">
              <a:lnSpc>
                <a:spcPct val="100000"/>
              </a:lnSpc>
              <a:spcBef>
                <a:spcPts val="0"/>
              </a:spcBef>
              <a:spcAft>
                <a:spcPts val="0"/>
              </a:spcAft>
              <a:buClr>
                <a:schemeClr val="dk1"/>
              </a:buClr>
              <a:buSzPts val="1200"/>
              <a:buFont typeface="Jost"/>
              <a:buChar char="■"/>
              <a:defRPr sz="1200" b="0" i="0" u="none" strike="noStrike" cap="none">
                <a:solidFill>
                  <a:schemeClr val="dk1"/>
                </a:solidFill>
                <a:latin typeface="Jost"/>
                <a:ea typeface="Jost"/>
                <a:cs typeface="Jost"/>
                <a:sym typeface="Jost"/>
              </a:defRPr>
            </a:lvl9pPr>
          </a:lstStyle>
          <a:p>
            <a:pPr marL="0" indent="0">
              <a:buClr>
                <a:schemeClr val="lt1"/>
              </a:buClr>
              <a:buSzPts val="1100"/>
              <a:buFont typeface="Jost"/>
              <a:buNone/>
            </a:pPr>
            <a:r>
              <a:rPr lang="en-US" sz="2400" b="1" dirty="0">
                <a:solidFill>
                  <a:schemeClr val="bg2"/>
                </a:solidFill>
              </a:rPr>
              <a:t>USER CONVERSION FUNNEL</a:t>
            </a:r>
          </a:p>
        </p:txBody>
      </p:sp>
      <p:sp>
        <p:nvSpPr>
          <p:cNvPr id="9" name="Rectangle 8">
            <a:extLst>
              <a:ext uri="{FF2B5EF4-FFF2-40B4-BE49-F238E27FC236}">
                <a16:creationId xmlns:a16="http://schemas.microsoft.com/office/drawing/2014/main" id="{F3ABAE26-46C4-8660-0899-D5A2E4F2E5DF}"/>
              </a:ext>
            </a:extLst>
          </p:cNvPr>
          <p:cNvSpPr/>
          <p:nvPr/>
        </p:nvSpPr>
        <p:spPr>
          <a:xfrm>
            <a:off x="6585996" y="3333509"/>
            <a:ext cx="1099595" cy="717630"/>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en-US"/>
          </a:p>
        </p:txBody>
      </p:sp>
    </p:spTree>
    <p:extLst>
      <p:ext uri="{BB962C8B-B14F-4D97-AF65-F5344CB8AC3E}">
        <p14:creationId xmlns:p14="http://schemas.microsoft.com/office/powerpoint/2010/main" val="33763682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pic>
        <p:nvPicPr>
          <p:cNvPr id="510" name="Google Shape;510;p55"/>
          <p:cNvPicPr preferRelativeResize="0"/>
          <p:nvPr/>
        </p:nvPicPr>
        <p:blipFill>
          <a:blip r:embed="rId3">
            <a:alphaModFix/>
          </a:blip>
          <a:stretch>
            <a:fillRect/>
          </a:stretch>
        </p:blipFill>
        <p:spPr>
          <a:xfrm>
            <a:off x="213457" y="734521"/>
            <a:ext cx="2830800" cy="1914525"/>
          </a:xfrm>
          <a:prstGeom prst="rect">
            <a:avLst/>
          </a:prstGeom>
          <a:noFill/>
          <a:ln>
            <a:noFill/>
          </a:ln>
        </p:spPr>
      </p:pic>
      <p:pic>
        <p:nvPicPr>
          <p:cNvPr id="511" name="Google Shape;511;p55"/>
          <p:cNvPicPr preferRelativeResize="0"/>
          <p:nvPr/>
        </p:nvPicPr>
        <p:blipFill>
          <a:blip r:embed="rId4">
            <a:alphaModFix/>
          </a:blip>
          <a:stretch>
            <a:fillRect/>
          </a:stretch>
        </p:blipFill>
        <p:spPr>
          <a:xfrm>
            <a:off x="3148261" y="710709"/>
            <a:ext cx="2809875" cy="1952625"/>
          </a:xfrm>
          <a:prstGeom prst="rect">
            <a:avLst/>
          </a:prstGeom>
          <a:noFill/>
          <a:ln>
            <a:noFill/>
          </a:ln>
        </p:spPr>
      </p:pic>
      <p:pic>
        <p:nvPicPr>
          <p:cNvPr id="512" name="Google Shape;512;p55"/>
          <p:cNvPicPr preferRelativeResize="0"/>
          <p:nvPr/>
        </p:nvPicPr>
        <p:blipFill>
          <a:blip r:embed="rId5">
            <a:alphaModFix/>
          </a:blip>
          <a:stretch>
            <a:fillRect/>
          </a:stretch>
        </p:blipFill>
        <p:spPr>
          <a:xfrm>
            <a:off x="6062107" y="724997"/>
            <a:ext cx="2830800" cy="1924050"/>
          </a:xfrm>
          <a:prstGeom prst="rect">
            <a:avLst/>
          </a:prstGeom>
          <a:noFill/>
          <a:ln>
            <a:noFill/>
          </a:ln>
        </p:spPr>
      </p:pic>
      <p:sp>
        <p:nvSpPr>
          <p:cNvPr id="513" name="Google Shape;513;p55"/>
          <p:cNvSpPr/>
          <p:nvPr/>
        </p:nvSpPr>
        <p:spPr>
          <a:xfrm>
            <a:off x="3137807" y="2787935"/>
            <a:ext cx="2830800" cy="2206800"/>
          </a:xfrm>
          <a:prstGeom prst="roundRect">
            <a:avLst>
              <a:gd name="adj" fmla="val 8990"/>
            </a:avLst>
          </a:prstGeom>
          <a:gradFill>
            <a:gsLst>
              <a:gs pos="0">
                <a:schemeClr val="lt2"/>
              </a:gs>
              <a:gs pos="100000">
                <a:schemeClr val="accent6"/>
              </a:gs>
            </a:gsLst>
            <a:lin ang="10800025"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Jost"/>
              <a:ea typeface="Jost"/>
              <a:cs typeface="Jost"/>
              <a:sym typeface="Jost"/>
            </a:endParaRPr>
          </a:p>
        </p:txBody>
      </p:sp>
      <p:sp>
        <p:nvSpPr>
          <p:cNvPr id="514" name="Google Shape;514;p55"/>
          <p:cNvSpPr/>
          <p:nvPr/>
        </p:nvSpPr>
        <p:spPr>
          <a:xfrm>
            <a:off x="213457" y="2787935"/>
            <a:ext cx="2830800" cy="2206800"/>
          </a:xfrm>
          <a:prstGeom prst="roundRect">
            <a:avLst>
              <a:gd name="adj" fmla="val 8990"/>
            </a:avLst>
          </a:prstGeom>
          <a:gradFill>
            <a:gsLst>
              <a:gs pos="0">
                <a:schemeClr val="accent4"/>
              </a:gs>
              <a:gs pos="50000">
                <a:schemeClr val="lt2"/>
              </a:gs>
              <a:gs pos="100000">
                <a:schemeClr val="lt2"/>
              </a:gs>
            </a:gsLst>
            <a:lin ang="1350003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Jost"/>
              <a:ea typeface="Jost"/>
              <a:cs typeface="Jost"/>
              <a:sym typeface="Jost"/>
            </a:endParaRPr>
          </a:p>
        </p:txBody>
      </p:sp>
      <p:sp>
        <p:nvSpPr>
          <p:cNvPr id="515" name="Google Shape;515;p55"/>
          <p:cNvSpPr/>
          <p:nvPr/>
        </p:nvSpPr>
        <p:spPr>
          <a:xfrm>
            <a:off x="6062107" y="2787935"/>
            <a:ext cx="2830800" cy="2206800"/>
          </a:xfrm>
          <a:prstGeom prst="roundRect">
            <a:avLst>
              <a:gd name="adj" fmla="val 8990"/>
            </a:avLst>
          </a:prstGeom>
          <a:gradFill>
            <a:gsLst>
              <a:gs pos="0">
                <a:schemeClr val="accent5"/>
              </a:gs>
              <a:gs pos="100000">
                <a:schemeClr val="lt2"/>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Jost"/>
              <a:ea typeface="Jost"/>
              <a:cs typeface="Jost"/>
              <a:sym typeface="Jost"/>
            </a:endParaRPr>
          </a:p>
        </p:txBody>
      </p:sp>
      <p:sp>
        <p:nvSpPr>
          <p:cNvPr id="516" name="Google Shape;516;p55"/>
          <p:cNvSpPr txBox="1">
            <a:spLocks noGrp="1"/>
          </p:cNvSpPr>
          <p:nvPr>
            <p:ph type="subTitle" idx="4"/>
          </p:nvPr>
        </p:nvSpPr>
        <p:spPr>
          <a:xfrm>
            <a:off x="401149" y="3188368"/>
            <a:ext cx="2433900" cy="10365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1400" dirty="0"/>
              <a:t>Majority user group’s gender is not recognized. Otherwise, from the available date this website seems to have more male users than female</a:t>
            </a:r>
            <a:endParaRPr sz="1400" dirty="0"/>
          </a:p>
        </p:txBody>
      </p:sp>
      <p:sp>
        <p:nvSpPr>
          <p:cNvPr id="517" name="Google Shape;517;p55"/>
          <p:cNvSpPr txBox="1">
            <a:spLocks noGrp="1"/>
          </p:cNvSpPr>
          <p:nvPr>
            <p:ph type="subTitle" idx="4"/>
          </p:nvPr>
        </p:nvSpPr>
        <p:spPr>
          <a:xfrm>
            <a:off x="3369137" y="3188368"/>
            <a:ext cx="2433900" cy="10365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1400" dirty="0"/>
              <a:t>Majority user group’s age is not recognized. From available data this website seems to have more users between the age group 18 to 24, followed by 25 to 34. Other age groups are notably low performing</a:t>
            </a:r>
            <a:endParaRPr sz="1400" dirty="0"/>
          </a:p>
        </p:txBody>
      </p:sp>
      <p:sp>
        <p:nvSpPr>
          <p:cNvPr id="518" name="Google Shape;518;p55"/>
          <p:cNvSpPr txBox="1">
            <a:spLocks noGrp="1"/>
          </p:cNvSpPr>
          <p:nvPr>
            <p:ph type="subTitle" idx="4"/>
          </p:nvPr>
        </p:nvSpPr>
        <p:spPr>
          <a:xfrm>
            <a:off x="6217563" y="3188368"/>
            <a:ext cx="2433900" cy="10365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1400" dirty="0"/>
              <a:t>In terms of Engagement all the age group users between 18 to 54 have same engagement level. 55+ users seems to be very less engaged with the website.</a:t>
            </a:r>
            <a:endParaRPr sz="1400" dirty="0"/>
          </a:p>
        </p:txBody>
      </p:sp>
      <p:sp>
        <p:nvSpPr>
          <p:cNvPr id="2" name="Google Shape;534;p57">
            <a:extLst>
              <a:ext uri="{FF2B5EF4-FFF2-40B4-BE49-F238E27FC236}">
                <a16:creationId xmlns:a16="http://schemas.microsoft.com/office/drawing/2014/main" id="{58B82ADB-8905-59BF-21C3-976B00035D4F}"/>
              </a:ext>
            </a:extLst>
          </p:cNvPr>
          <p:cNvSpPr txBox="1">
            <a:spLocks/>
          </p:cNvSpPr>
          <p:nvPr/>
        </p:nvSpPr>
        <p:spPr>
          <a:xfrm>
            <a:off x="2687412" y="164745"/>
            <a:ext cx="4903912" cy="430887"/>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Jost"/>
              <a:buChar char="●"/>
              <a:defRPr sz="1200" b="0" i="0" u="none" strike="noStrike" cap="none">
                <a:solidFill>
                  <a:schemeClr val="dk1"/>
                </a:solidFill>
                <a:latin typeface="Jost"/>
                <a:ea typeface="Jost"/>
                <a:cs typeface="Jost"/>
                <a:sym typeface="Jost"/>
              </a:defRPr>
            </a:lvl1pPr>
            <a:lvl2pPr marL="914400" marR="0" lvl="1" indent="-304800" algn="l" rtl="0">
              <a:lnSpc>
                <a:spcPct val="100000"/>
              </a:lnSpc>
              <a:spcBef>
                <a:spcPts val="0"/>
              </a:spcBef>
              <a:spcAft>
                <a:spcPts val="0"/>
              </a:spcAft>
              <a:buClr>
                <a:schemeClr val="dk1"/>
              </a:buClr>
              <a:buSzPts val="1200"/>
              <a:buFont typeface="Jost"/>
              <a:buChar char="○"/>
              <a:defRPr sz="1200" b="0" i="0" u="none" strike="noStrike" cap="none">
                <a:solidFill>
                  <a:schemeClr val="dk1"/>
                </a:solidFill>
                <a:latin typeface="Jost"/>
                <a:ea typeface="Jost"/>
                <a:cs typeface="Jost"/>
                <a:sym typeface="Jost"/>
              </a:defRPr>
            </a:lvl2pPr>
            <a:lvl3pPr marL="1371600" marR="0" lvl="2" indent="-304800" algn="l" rtl="0">
              <a:lnSpc>
                <a:spcPct val="100000"/>
              </a:lnSpc>
              <a:spcBef>
                <a:spcPts val="0"/>
              </a:spcBef>
              <a:spcAft>
                <a:spcPts val="0"/>
              </a:spcAft>
              <a:buClr>
                <a:schemeClr val="dk1"/>
              </a:buClr>
              <a:buSzPts val="1200"/>
              <a:buFont typeface="Jost"/>
              <a:buChar char="■"/>
              <a:defRPr sz="1200" b="0" i="0" u="none" strike="noStrike" cap="none">
                <a:solidFill>
                  <a:schemeClr val="dk1"/>
                </a:solidFill>
                <a:latin typeface="Jost"/>
                <a:ea typeface="Jost"/>
                <a:cs typeface="Jost"/>
                <a:sym typeface="Jost"/>
              </a:defRPr>
            </a:lvl3pPr>
            <a:lvl4pPr marL="1828800" marR="0" lvl="3" indent="-304800" algn="l" rtl="0">
              <a:lnSpc>
                <a:spcPct val="100000"/>
              </a:lnSpc>
              <a:spcBef>
                <a:spcPts val="0"/>
              </a:spcBef>
              <a:spcAft>
                <a:spcPts val="0"/>
              </a:spcAft>
              <a:buClr>
                <a:schemeClr val="dk1"/>
              </a:buClr>
              <a:buSzPts val="1200"/>
              <a:buFont typeface="Jost"/>
              <a:buChar char="●"/>
              <a:defRPr sz="1200" b="0" i="0" u="none" strike="noStrike" cap="none">
                <a:solidFill>
                  <a:schemeClr val="dk1"/>
                </a:solidFill>
                <a:latin typeface="Jost"/>
                <a:ea typeface="Jost"/>
                <a:cs typeface="Jost"/>
                <a:sym typeface="Jost"/>
              </a:defRPr>
            </a:lvl4pPr>
            <a:lvl5pPr marL="2286000" marR="0" lvl="4" indent="-304800" algn="l" rtl="0">
              <a:lnSpc>
                <a:spcPct val="100000"/>
              </a:lnSpc>
              <a:spcBef>
                <a:spcPts val="0"/>
              </a:spcBef>
              <a:spcAft>
                <a:spcPts val="0"/>
              </a:spcAft>
              <a:buClr>
                <a:schemeClr val="dk1"/>
              </a:buClr>
              <a:buSzPts val="1200"/>
              <a:buFont typeface="Jost"/>
              <a:buChar char="○"/>
              <a:defRPr sz="1200" b="0" i="0" u="none" strike="noStrike" cap="none">
                <a:solidFill>
                  <a:schemeClr val="dk1"/>
                </a:solidFill>
                <a:latin typeface="Jost"/>
                <a:ea typeface="Jost"/>
                <a:cs typeface="Jost"/>
                <a:sym typeface="Jost"/>
              </a:defRPr>
            </a:lvl5pPr>
            <a:lvl6pPr marL="2743200" marR="0" lvl="5" indent="-304800" algn="l" rtl="0">
              <a:lnSpc>
                <a:spcPct val="100000"/>
              </a:lnSpc>
              <a:spcBef>
                <a:spcPts val="0"/>
              </a:spcBef>
              <a:spcAft>
                <a:spcPts val="0"/>
              </a:spcAft>
              <a:buClr>
                <a:schemeClr val="dk1"/>
              </a:buClr>
              <a:buSzPts val="1200"/>
              <a:buFont typeface="Jost"/>
              <a:buChar char="■"/>
              <a:defRPr sz="1200" b="0" i="0" u="none" strike="noStrike" cap="none">
                <a:solidFill>
                  <a:schemeClr val="dk1"/>
                </a:solidFill>
                <a:latin typeface="Jost"/>
                <a:ea typeface="Jost"/>
                <a:cs typeface="Jost"/>
                <a:sym typeface="Jost"/>
              </a:defRPr>
            </a:lvl6pPr>
            <a:lvl7pPr marL="3200400" marR="0" lvl="6" indent="-304800" algn="l" rtl="0">
              <a:lnSpc>
                <a:spcPct val="100000"/>
              </a:lnSpc>
              <a:spcBef>
                <a:spcPts val="0"/>
              </a:spcBef>
              <a:spcAft>
                <a:spcPts val="0"/>
              </a:spcAft>
              <a:buClr>
                <a:schemeClr val="dk1"/>
              </a:buClr>
              <a:buSzPts val="1200"/>
              <a:buFont typeface="Jost"/>
              <a:buChar char="●"/>
              <a:defRPr sz="1200" b="0" i="0" u="none" strike="noStrike" cap="none">
                <a:solidFill>
                  <a:schemeClr val="dk1"/>
                </a:solidFill>
                <a:latin typeface="Jost"/>
                <a:ea typeface="Jost"/>
                <a:cs typeface="Jost"/>
                <a:sym typeface="Jost"/>
              </a:defRPr>
            </a:lvl7pPr>
            <a:lvl8pPr marL="3657600" marR="0" lvl="7" indent="-304800" algn="l" rtl="0">
              <a:lnSpc>
                <a:spcPct val="100000"/>
              </a:lnSpc>
              <a:spcBef>
                <a:spcPts val="0"/>
              </a:spcBef>
              <a:spcAft>
                <a:spcPts val="0"/>
              </a:spcAft>
              <a:buClr>
                <a:schemeClr val="dk1"/>
              </a:buClr>
              <a:buSzPts val="1200"/>
              <a:buFont typeface="Jost"/>
              <a:buChar char="○"/>
              <a:defRPr sz="1200" b="0" i="0" u="none" strike="noStrike" cap="none">
                <a:solidFill>
                  <a:schemeClr val="dk1"/>
                </a:solidFill>
                <a:latin typeface="Jost"/>
                <a:ea typeface="Jost"/>
                <a:cs typeface="Jost"/>
                <a:sym typeface="Jost"/>
              </a:defRPr>
            </a:lvl8pPr>
            <a:lvl9pPr marL="4114800" marR="0" lvl="8" indent="-304800" algn="l" rtl="0">
              <a:lnSpc>
                <a:spcPct val="100000"/>
              </a:lnSpc>
              <a:spcBef>
                <a:spcPts val="0"/>
              </a:spcBef>
              <a:spcAft>
                <a:spcPts val="0"/>
              </a:spcAft>
              <a:buClr>
                <a:schemeClr val="dk1"/>
              </a:buClr>
              <a:buSzPts val="1200"/>
              <a:buFont typeface="Jost"/>
              <a:buChar char="■"/>
              <a:defRPr sz="1200" b="0" i="0" u="none" strike="noStrike" cap="none">
                <a:solidFill>
                  <a:schemeClr val="dk1"/>
                </a:solidFill>
                <a:latin typeface="Jost"/>
                <a:ea typeface="Jost"/>
                <a:cs typeface="Jost"/>
                <a:sym typeface="Jost"/>
              </a:defRPr>
            </a:lvl9pPr>
          </a:lstStyle>
          <a:p>
            <a:pPr marL="0" indent="0">
              <a:buClr>
                <a:schemeClr val="lt1"/>
              </a:buClr>
              <a:buSzPts val="1100"/>
              <a:buFont typeface="Jost"/>
              <a:buNone/>
            </a:pPr>
            <a:r>
              <a:rPr lang="en-US" sz="2800" b="1" dirty="0">
                <a:solidFill>
                  <a:schemeClr val="tx1"/>
                </a:solidFill>
              </a:rPr>
              <a:t>DEMOGRAPHIC DATA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pic>
        <p:nvPicPr>
          <p:cNvPr id="523" name="Google Shape;523;p56"/>
          <p:cNvPicPr preferRelativeResize="0"/>
          <p:nvPr/>
        </p:nvPicPr>
        <p:blipFill>
          <a:blip r:embed="rId3">
            <a:alphaModFix/>
          </a:blip>
          <a:stretch>
            <a:fillRect/>
          </a:stretch>
        </p:blipFill>
        <p:spPr>
          <a:xfrm>
            <a:off x="332688" y="221775"/>
            <a:ext cx="3790950" cy="2349975"/>
          </a:xfrm>
          <a:prstGeom prst="rect">
            <a:avLst/>
          </a:prstGeom>
          <a:noFill/>
          <a:ln>
            <a:noFill/>
          </a:ln>
        </p:spPr>
      </p:pic>
      <p:pic>
        <p:nvPicPr>
          <p:cNvPr id="524" name="Google Shape;524;p56"/>
          <p:cNvPicPr preferRelativeResize="0"/>
          <p:nvPr/>
        </p:nvPicPr>
        <p:blipFill>
          <a:blip r:embed="rId4">
            <a:alphaModFix/>
          </a:blip>
          <a:stretch>
            <a:fillRect/>
          </a:stretch>
        </p:blipFill>
        <p:spPr>
          <a:xfrm>
            <a:off x="4910348" y="167480"/>
            <a:ext cx="3790950" cy="2381250"/>
          </a:xfrm>
          <a:prstGeom prst="rect">
            <a:avLst/>
          </a:prstGeom>
          <a:noFill/>
          <a:ln>
            <a:noFill/>
          </a:ln>
        </p:spPr>
      </p:pic>
      <p:sp>
        <p:nvSpPr>
          <p:cNvPr id="525" name="Google Shape;525;p56"/>
          <p:cNvSpPr/>
          <p:nvPr/>
        </p:nvSpPr>
        <p:spPr>
          <a:xfrm>
            <a:off x="332688" y="2631600"/>
            <a:ext cx="3790950" cy="2381400"/>
          </a:xfrm>
          <a:prstGeom prst="roundRect">
            <a:avLst>
              <a:gd name="adj" fmla="val 3071"/>
            </a:avLst>
          </a:prstGeom>
          <a:solidFill>
            <a:schemeClr val="lt1"/>
          </a:solidFill>
          <a:ln>
            <a:noFill/>
          </a:ln>
          <a:effectLst>
            <a:outerShdw blurRad="128588" algn="bl" rotWithShape="0">
              <a:schemeClr val="lt2">
                <a:alpha val="58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Figtree Medium"/>
              <a:ea typeface="Figtree Medium"/>
              <a:cs typeface="Figtree Medium"/>
              <a:sym typeface="Figtree Medium"/>
            </a:endParaRPr>
          </a:p>
          <a:p>
            <a:pPr marL="0" lvl="0" indent="0" algn="l" rtl="0">
              <a:spcBef>
                <a:spcPts val="0"/>
              </a:spcBef>
              <a:spcAft>
                <a:spcPts val="0"/>
              </a:spcAft>
              <a:buNone/>
            </a:pPr>
            <a:endParaRPr>
              <a:solidFill>
                <a:schemeClr val="lt1"/>
              </a:solidFill>
              <a:latin typeface="Figtree Medium"/>
              <a:ea typeface="Figtree Medium"/>
              <a:cs typeface="Figtree Medium"/>
              <a:sym typeface="Figtree Medium"/>
            </a:endParaRPr>
          </a:p>
        </p:txBody>
      </p:sp>
      <p:sp>
        <p:nvSpPr>
          <p:cNvPr id="526" name="Google Shape;526;p56"/>
          <p:cNvSpPr/>
          <p:nvPr/>
        </p:nvSpPr>
        <p:spPr>
          <a:xfrm>
            <a:off x="4910348" y="2631600"/>
            <a:ext cx="3790950" cy="2344420"/>
          </a:xfrm>
          <a:prstGeom prst="roundRect">
            <a:avLst>
              <a:gd name="adj" fmla="val 3071"/>
            </a:avLst>
          </a:prstGeom>
          <a:solidFill>
            <a:schemeClr val="lt1"/>
          </a:solidFill>
          <a:ln>
            <a:noFill/>
          </a:ln>
          <a:effectLst>
            <a:outerShdw blurRad="128588" algn="bl" rotWithShape="0">
              <a:schemeClr val="lt2">
                <a:alpha val="58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Figtree Medium"/>
              <a:ea typeface="Figtree Medium"/>
              <a:cs typeface="Figtree Medium"/>
              <a:sym typeface="Figtree Medium"/>
            </a:endParaRPr>
          </a:p>
          <a:p>
            <a:pPr marL="0" lvl="0" indent="0" algn="l" rtl="0">
              <a:spcBef>
                <a:spcPts val="0"/>
              </a:spcBef>
              <a:spcAft>
                <a:spcPts val="0"/>
              </a:spcAft>
              <a:buNone/>
            </a:pPr>
            <a:endParaRPr>
              <a:solidFill>
                <a:schemeClr val="lt1"/>
              </a:solidFill>
              <a:latin typeface="Figtree Medium"/>
              <a:ea typeface="Figtree Medium"/>
              <a:cs typeface="Figtree Medium"/>
              <a:sym typeface="Figtree Medium"/>
            </a:endParaRPr>
          </a:p>
        </p:txBody>
      </p:sp>
      <p:sp>
        <p:nvSpPr>
          <p:cNvPr id="527" name="Google Shape;527;p56"/>
          <p:cNvSpPr txBox="1">
            <a:spLocks noGrp="1"/>
          </p:cNvSpPr>
          <p:nvPr>
            <p:ph type="subTitle" idx="8"/>
          </p:nvPr>
        </p:nvSpPr>
        <p:spPr>
          <a:xfrm>
            <a:off x="1011213" y="3304056"/>
            <a:ext cx="2433900" cy="10365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1400" dirty="0"/>
              <a:t>Most of the users of the website are from United states. The 2nd most used Country Canada yields only 1/6th of the traffic of US.</a:t>
            </a:r>
            <a:endParaRPr sz="1400" dirty="0"/>
          </a:p>
          <a:p>
            <a:pPr marL="0" lvl="0" indent="0" algn="l" rtl="0">
              <a:spcBef>
                <a:spcPts val="0"/>
              </a:spcBef>
              <a:spcAft>
                <a:spcPts val="0"/>
              </a:spcAft>
              <a:buNone/>
            </a:pPr>
            <a:endParaRPr sz="1400" dirty="0"/>
          </a:p>
          <a:p>
            <a:pPr marL="0" lvl="0" indent="0" algn="l" rtl="0">
              <a:spcBef>
                <a:spcPts val="0"/>
              </a:spcBef>
              <a:spcAft>
                <a:spcPts val="0"/>
              </a:spcAft>
              <a:buNone/>
            </a:pPr>
            <a:r>
              <a:rPr lang="en" sz="1400" dirty="0"/>
              <a:t>Therefore considering the potential US and Canada can be mainly focused</a:t>
            </a:r>
            <a:endParaRPr sz="1400" dirty="0"/>
          </a:p>
        </p:txBody>
      </p:sp>
      <p:sp>
        <p:nvSpPr>
          <p:cNvPr id="528" name="Google Shape;528;p56"/>
          <p:cNvSpPr txBox="1">
            <a:spLocks noGrp="1"/>
          </p:cNvSpPr>
          <p:nvPr>
            <p:ph type="subTitle" idx="8"/>
          </p:nvPr>
        </p:nvSpPr>
        <p:spPr>
          <a:xfrm>
            <a:off x="5660888" y="3304056"/>
            <a:ext cx="2433900" cy="10365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1400" dirty="0"/>
              <a:t>Users showed more interest </a:t>
            </a:r>
            <a:r>
              <a:rPr lang="en" sz="1400"/>
              <a:t>in Technology &amp; related fields </a:t>
            </a:r>
            <a:r>
              <a:rPr lang="en" sz="1400" dirty="0"/>
              <a:t>therefore these areas have contributed to the </a:t>
            </a:r>
            <a:r>
              <a:rPr lang="en" sz="1400"/>
              <a:t>Top revenue </a:t>
            </a:r>
            <a:r>
              <a:rPr lang="en" sz="1400" dirty="0"/>
              <a:t>generation for the website</a:t>
            </a:r>
            <a:endParaRPr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p57"/>
          <p:cNvSpPr/>
          <p:nvPr/>
        </p:nvSpPr>
        <p:spPr>
          <a:xfrm>
            <a:off x="948950" y="333600"/>
            <a:ext cx="6820200" cy="4352700"/>
          </a:xfrm>
          <a:prstGeom prst="roundRect">
            <a:avLst>
              <a:gd name="adj" fmla="val 4989"/>
            </a:avLst>
          </a:prstGeom>
          <a:solidFill>
            <a:schemeClr val="lt1"/>
          </a:solidFill>
          <a:ln>
            <a:noFill/>
          </a:ln>
          <a:effectLst>
            <a:outerShdw blurRad="171450" dist="19050" dir="5400000" algn="bl" rotWithShape="0">
              <a:schemeClr val="lt2">
                <a:alpha val="64999"/>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Figtree"/>
              <a:ea typeface="Figtree"/>
              <a:cs typeface="Figtree"/>
              <a:sym typeface="Figtree"/>
            </a:endParaRPr>
          </a:p>
        </p:txBody>
      </p:sp>
      <p:sp>
        <p:nvSpPr>
          <p:cNvPr id="534" name="Google Shape;534;p57"/>
          <p:cNvSpPr txBox="1">
            <a:spLocks noGrp="1"/>
          </p:cNvSpPr>
          <p:nvPr>
            <p:ph type="subTitle" idx="4294967295"/>
          </p:nvPr>
        </p:nvSpPr>
        <p:spPr>
          <a:xfrm>
            <a:off x="3477873" y="457200"/>
            <a:ext cx="3208500" cy="246221"/>
          </a:xfrm>
          <a:prstGeom prst="rect">
            <a:avLst/>
          </a:prstGeom>
        </p:spPr>
        <p:txBody>
          <a:bodyPr spcFirstLastPara="1" wrap="square" lIns="0" tIns="0" rIns="0" bIns="0" anchor="t" anchorCtr="0">
            <a:spAutoFit/>
          </a:bodyPr>
          <a:lstStyle/>
          <a:p>
            <a:pPr marL="0" lvl="0" indent="0" algn="l" rtl="0">
              <a:spcBef>
                <a:spcPts val="0"/>
              </a:spcBef>
              <a:spcAft>
                <a:spcPts val="0"/>
              </a:spcAft>
              <a:buClr>
                <a:schemeClr val="lt1"/>
              </a:buClr>
              <a:buSzPts val="1100"/>
              <a:buNone/>
            </a:pPr>
            <a:r>
              <a:rPr lang="en" sz="1600" b="1" dirty="0">
                <a:solidFill>
                  <a:srgbClr val="E059A7"/>
                </a:solidFill>
              </a:rPr>
              <a:t>RECOMMENDATION</a:t>
            </a:r>
            <a:endParaRPr sz="1600" b="1" dirty="0">
              <a:solidFill>
                <a:srgbClr val="E059A7"/>
              </a:solidFill>
            </a:endParaRPr>
          </a:p>
        </p:txBody>
      </p:sp>
      <p:sp>
        <p:nvSpPr>
          <p:cNvPr id="535" name="Google Shape;535;p57"/>
          <p:cNvSpPr txBox="1"/>
          <p:nvPr/>
        </p:nvSpPr>
        <p:spPr>
          <a:xfrm>
            <a:off x="1374851" y="1006652"/>
            <a:ext cx="6004896" cy="1469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lt1"/>
              </a:buClr>
              <a:buSzPts val="1100"/>
              <a:buFont typeface="Arial"/>
              <a:buNone/>
            </a:pPr>
            <a:r>
              <a:rPr lang="en" sz="1200" b="1" dirty="0">
                <a:solidFill>
                  <a:schemeClr val="bg2"/>
                </a:solidFill>
              </a:rPr>
              <a:t>Optimize product pages for conversion </a:t>
            </a:r>
            <a:r>
              <a:rPr lang="en" sz="1100" dirty="0">
                <a:solidFill>
                  <a:schemeClr val="dk1"/>
                </a:solidFill>
              </a:rPr>
              <a:t>– Improve product descriptions, images, and CTAs to convert more “View Item” users into “Add to Cart”.</a:t>
            </a:r>
            <a:br>
              <a:rPr lang="en" sz="1100" dirty="0">
                <a:solidFill>
                  <a:schemeClr val="dk1"/>
                </a:solidFill>
              </a:rPr>
            </a:br>
            <a:endParaRPr sz="1100" dirty="0">
              <a:solidFill>
                <a:schemeClr val="dk1"/>
              </a:solidFill>
            </a:endParaRPr>
          </a:p>
          <a:p>
            <a:pPr marL="0" lvl="0" indent="0" algn="l" rtl="0">
              <a:spcBef>
                <a:spcPts val="0"/>
              </a:spcBef>
              <a:spcAft>
                <a:spcPts val="0"/>
              </a:spcAft>
              <a:buClr>
                <a:schemeClr val="lt1"/>
              </a:buClr>
              <a:buSzPts val="1100"/>
              <a:buFont typeface="Arial"/>
              <a:buNone/>
            </a:pPr>
            <a:r>
              <a:rPr lang="en" sz="1200" b="1" dirty="0">
                <a:solidFill>
                  <a:schemeClr val="bg2"/>
                </a:solidFill>
              </a:rPr>
              <a:t>Reduce checkout drop-offs </a:t>
            </a:r>
            <a:r>
              <a:rPr lang="en" sz="1100" dirty="0">
                <a:solidFill>
                  <a:schemeClr val="dk1"/>
                </a:solidFill>
              </a:rPr>
              <a:t>– Simplify checkout steps and enable guest checkout to increase purchases.</a:t>
            </a:r>
            <a:br>
              <a:rPr lang="en" sz="1100" dirty="0">
                <a:solidFill>
                  <a:schemeClr val="dk1"/>
                </a:solidFill>
              </a:rPr>
            </a:br>
            <a:endParaRPr sz="1100" dirty="0">
              <a:solidFill>
                <a:schemeClr val="dk1"/>
              </a:solidFill>
            </a:endParaRPr>
          </a:p>
          <a:p>
            <a:pPr marL="0" lvl="0" indent="0" algn="l" rtl="0">
              <a:spcBef>
                <a:spcPts val="0"/>
              </a:spcBef>
              <a:spcAft>
                <a:spcPts val="0"/>
              </a:spcAft>
              <a:buClr>
                <a:schemeClr val="lt1"/>
              </a:buClr>
              <a:buSzPts val="1100"/>
              <a:buFont typeface="Arial"/>
              <a:buNone/>
            </a:pPr>
            <a:r>
              <a:rPr lang="en" sz="1200" b="1" dirty="0">
                <a:solidFill>
                  <a:schemeClr val="bg2"/>
                </a:solidFill>
              </a:rPr>
              <a:t>Leverage high-engagement channels </a:t>
            </a:r>
            <a:r>
              <a:rPr lang="en" sz="1100" dirty="0">
                <a:solidFill>
                  <a:schemeClr val="dk1"/>
                </a:solidFill>
              </a:rPr>
              <a:t>– Invest more in channels like Organic Video, Referral, and Organic Search that show higher engagement rates.</a:t>
            </a:r>
            <a:br>
              <a:rPr lang="en" sz="1100" dirty="0">
                <a:solidFill>
                  <a:schemeClr val="dk1"/>
                </a:solidFill>
              </a:rPr>
            </a:br>
            <a:endParaRPr sz="1100" dirty="0">
              <a:solidFill>
                <a:schemeClr val="dk1"/>
              </a:solidFill>
            </a:endParaRPr>
          </a:p>
          <a:p>
            <a:pPr marL="0" lvl="0" indent="0" algn="l" rtl="0">
              <a:spcBef>
                <a:spcPts val="0"/>
              </a:spcBef>
              <a:spcAft>
                <a:spcPts val="0"/>
              </a:spcAft>
              <a:buClr>
                <a:schemeClr val="lt1"/>
              </a:buClr>
              <a:buSzPts val="1100"/>
              <a:buFont typeface="Arial"/>
              <a:buNone/>
            </a:pPr>
            <a:r>
              <a:rPr lang="en" sz="1200" b="1" dirty="0">
                <a:solidFill>
                  <a:schemeClr val="bg2"/>
                </a:solidFill>
              </a:rPr>
              <a:t>Improve homepage conversion </a:t>
            </a:r>
            <a:r>
              <a:rPr lang="en" sz="1100" dirty="0">
                <a:solidFill>
                  <a:schemeClr val="dk1"/>
                </a:solidFill>
              </a:rPr>
              <a:t>– Since most sessions land on </a:t>
            </a:r>
            <a:r>
              <a:rPr lang="en" sz="1100" dirty="0">
                <a:solidFill>
                  <a:schemeClr val="dk1"/>
                </a:solidFill>
                <a:latin typeface="Roboto Mono"/>
                <a:ea typeface="Roboto Mono"/>
                <a:cs typeface="Roboto Mono"/>
                <a:sym typeface="Roboto Mono"/>
              </a:rPr>
              <a:t>/</a:t>
            </a:r>
            <a:r>
              <a:rPr lang="en" sz="1100" dirty="0">
                <a:solidFill>
                  <a:schemeClr val="dk1"/>
                </a:solidFill>
              </a:rPr>
              <a:t>, add stronger CTAs, featured products, and offers on the homepage.</a:t>
            </a:r>
            <a:br>
              <a:rPr lang="en" sz="1100" dirty="0">
                <a:solidFill>
                  <a:schemeClr val="dk1"/>
                </a:solidFill>
              </a:rPr>
            </a:br>
            <a:endParaRPr sz="1100" dirty="0">
              <a:solidFill>
                <a:schemeClr val="dk1"/>
              </a:solidFill>
            </a:endParaRPr>
          </a:p>
          <a:p>
            <a:pPr marL="0" lvl="0" indent="0" algn="l" rtl="0">
              <a:spcBef>
                <a:spcPts val="0"/>
              </a:spcBef>
              <a:spcAft>
                <a:spcPts val="0"/>
              </a:spcAft>
              <a:buClr>
                <a:schemeClr val="lt1"/>
              </a:buClr>
              <a:buSzPts val="1100"/>
              <a:buFont typeface="Arial"/>
              <a:buNone/>
            </a:pPr>
            <a:r>
              <a:rPr lang="en" sz="1200" b="1" dirty="0">
                <a:solidFill>
                  <a:schemeClr val="bg2"/>
                </a:solidFill>
              </a:rPr>
              <a:t>Retarget interested users </a:t>
            </a:r>
            <a:r>
              <a:rPr lang="en" sz="1100" dirty="0">
                <a:solidFill>
                  <a:schemeClr val="dk1"/>
                </a:solidFill>
              </a:rPr>
              <a:t>– Run remarketing campaigns for users who viewed items or added to cart but didn’t purchase.</a:t>
            </a:r>
            <a:br>
              <a:rPr lang="en" sz="1100" dirty="0">
                <a:solidFill>
                  <a:schemeClr val="dk1"/>
                </a:solidFill>
              </a:rPr>
            </a:br>
            <a:endParaRPr sz="1100" dirty="0">
              <a:solidFill>
                <a:schemeClr val="dk1"/>
              </a:solidFill>
            </a:endParaRPr>
          </a:p>
          <a:p>
            <a:pPr marL="0" lvl="0" indent="0" algn="l" rtl="0">
              <a:spcBef>
                <a:spcPts val="0"/>
              </a:spcBef>
              <a:spcAft>
                <a:spcPts val="0"/>
              </a:spcAft>
              <a:buClr>
                <a:schemeClr val="lt1"/>
              </a:buClr>
              <a:buSzPts val="1100"/>
              <a:buFont typeface="Arial"/>
              <a:buNone/>
            </a:pPr>
            <a:r>
              <a:rPr lang="en" sz="1200" b="1" dirty="0">
                <a:solidFill>
                  <a:schemeClr val="bg2"/>
                </a:solidFill>
              </a:rPr>
              <a:t>Fix tracking issues </a:t>
            </a:r>
            <a:r>
              <a:rPr lang="en" sz="1100" dirty="0">
                <a:solidFill>
                  <a:schemeClr val="dk1"/>
                </a:solidFill>
              </a:rPr>
              <a:t>– Investigate the </a:t>
            </a:r>
            <a:r>
              <a:rPr lang="en" sz="1100" dirty="0">
                <a:solidFill>
                  <a:schemeClr val="dk1"/>
                </a:solidFill>
                <a:latin typeface="Roboto Mono"/>
                <a:ea typeface="Roboto Mono"/>
                <a:cs typeface="Roboto Mono"/>
                <a:sym typeface="Roboto Mono"/>
              </a:rPr>
              <a:t>(notset)</a:t>
            </a:r>
            <a:r>
              <a:rPr lang="en" sz="1100" dirty="0">
                <a:solidFill>
                  <a:schemeClr val="dk1"/>
                </a:solidFill>
              </a:rPr>
              <a:t> landing page, Unknown gender a</a:t>
            </a:r>
            <a:r>
              <a:rPr lang="en-US" sz="1100" dirty="0" err="1">
                <a:solidFill>
                  <a:schemeClr val="dk1"/>
                </a:solidFill>
              </a:rPr>
              <a:t>nd</a:t>
            </a:r>
            <a:r>
              <a:rPr lang="en" sz="1100" dirty="0">
                <a:solidFill>
                  <a:schemeClr val="dk1"/>
                </a:solidFill>
              </a:rPr>
              <a:t>  unknown age data to ensure accurate data collection and better analysis.</a:t>
            </a:r>
            <a:endParaRPr sz="1100" dirty="0">
              <a:solidFill>
                <a:schemeClr val="dk1"/>
              </a:solidFill>
            </a:endParaRPr>
          </a:p>
          <a:p>
            <a:pPr marL="0" lvl="0" indent="0" algn="l" rtl="0">
              <a:spcBef>
                <a:spcPts val="0"/>
              </a:spcBef>
              <a:spcAft>
                <a:spcPts val="0"/>
              </a:spcAft>
              <a:buNone/>
            </a:pPr>
            <a:endParaRPr sz="1100" b="1" dirty="0">
              <a:solidFill>
                <a:schemeClr val="dk1"/>
              </a:solidFill>
            </a:endParaRPr>
          </a:p>
        </p:txBody>
      </p:sp>
      <p:pic>
        <p:nvPicPr>
          <p:cNvPr id="3" name="Picture 2">
            <a:extLst>
              <a:ext uri="{FF2B5EF4-FFF2-40B4-BE49-F238E27FC236}">
                <a16:creationId xmlns:a16="http://schemas.microsoft.com/office/drawing/2014/main" id="{2FBFB67C-E215-8C3C-2E6B-2084B68EA1B0}"/>
              </a:ext>
            </a:extLst>
          </p:cNvPr>
          <p:cNvPicPr>
            <a:picLocks noChangeAspect="1"/>
          </p:cNvPicPr>
          <p:nvPr/>
        </p:nvPicPr>
        <p:blipFill>
          <a:blip r:embed="rId3"/>
          <a:stretch>
            <a:fillRect/>
          </a:stretch>
        </p:blipFill>
        <p:spPr>
          <a:xfrm>
            <a:off x="6851637" y="3149403"/>
            <a:ext cx="1835026" cy="1835026"/>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pic>
    </p:spTree>
  </p:cSld>
  <p:clrMapOvr>
    <a:masterClrMapping/>
  </p:clrMapOvr>
</p:sld>
</file>

<file path=ppt/theme/theme1.xml><?xml version="1.0" encoding="utf-8"?>
<a:theme xmlns:a="http://schemas.openxmlformats.org/drawingml/2006/main" name="Dark mode gradients">
  <a:themeElements>
    <a:clrScheme name="Simple Light">
      <a:dk1>
        <a:srgbClr val="FFFFFF"/>
      </a:dk1>
      <a:lt1>
        <a:srgbClr val="000000"/>
      </a:lt1>
      <a:dk2>
        <a:srgbClr val="FF6234"/>
      </a:dk2>
      <a:lt2>
        <a:srgbClr val="AB4FF6"/>
      </a:lt2>
      <a:accent1>
        <a:srgbClr val="202124"/>
      </a:accent1>
      <a:accent2>
        <a:srgbClr val="F7F2F1"/>
      </a:accent2>
      <a:accent3>
        <a:srgbClr val="BABCC2"/>
      </a:accent3>
      <a:accent4>
        <a:srgbClr val="FCE5CD"/>
      </a:accent4>
      <a:accent5>
        <a:srgbClr val="FF5F79"/>
      </a:accent5>
      <a:accent6>
        <a:srgbClr val="D20972"/>
      </a:accent6>
      <a:hlink>
        <a:srgbClr val="3C78D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196</TotalTime>
  <Words>1083</Words>
  <Application>Microsoft Office PowerPoint</Application>
  <PresentationFormat>On-screen Show (16:9)</PresentationFormat>
  <Paragraphs>94</Paragraphs>
  <Slides>13</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Figtree</vt:lpstr>
      <vt:lpstr>Figtree Medium</vt:lpstr>
      <vt:lpstr>Arial</vt:lpstr>
      <vt:lpstr>Jost</vt:lpstr>
      <vt:lpstr>Roboto Mono</vt:lpstr>
      <vt:lpstr>Jost Light</vt:lpstr>
      <vt:lpstr>Figtree Light</vt:lpstr>
      <vt:lpstr>Dark mode gradients</vt:lpstr>
      <vt:lpstr>DATA DRIVEN INSIGHTS FOR  DIGITAL MARKETING     CAMPAIGN </vt:lpstr>
      <vt:lpstr>AGENDA</vt:lpstr>
      <vt:lpstr>PowerPoint Presentation</vt:lpstr>
      <vt:lpstr>PowerPoint Presentation</vt:lpstr>
      <vt:lpstr>KEY PERFORMANCE INDICATORS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sangeetha.gunasekar@gmail.com</cp:lastModifiedBy>
  <cp:revision>1</cp:revision>
  <dcterms:modified xsi:type="dcterms:W3CDTF">2026-03-16T05:51:02Z</dcterms:modified>
</cp:coreProperties>
</file>